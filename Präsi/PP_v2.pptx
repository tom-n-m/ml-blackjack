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47" r:id="rId15"/>
    <p:sldId id="332" r:id="rId16"/>
    <p:sldId id="348" r:id="rId17"/>
    <p:sldId id="323" r:id="rId18"/>
    <p:sldId id="349" r:id="rId19"/>
    <p:sldId id="351" r:id="rId20"/>
    <p:sldId id="333" r:id="rId21"/>
    <p:sldId id="334" r:id="rId22"/>
    <p:sldId id="335" r:id="rId23"/>
    <p:sldId id="336" r:id="rId24"/>
    <p:sldId id="290" r:id="rId25"/>
    <p:sldId id="327" r:id="rId26"/>
    <p:sldId id="328" r:id="rId27"/>
    <p:sldId id="337" r:id="rId28"/>
    <p:sldId id="338" r:id="rId29"/>
    <p:sldId id="339" r:id="rId30"/>
    <p:sldId id="340" r:id="rId31"/>
    <p:sldId id="341" r:id="rId32"/>
    <p:sldId id="342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47"/>
            <p14:sldId id="332"/>
            <p14:sldId id="348"/>
            <p14:sldId id="323"/>
            <p14:sldId id="349"/>
            <p14:sldId id="351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28"/>
            <p14:sldId id="337"/>
            <p14:sldId id="338"/>
            <p14:sldId id="339"/>
            <p14:sldId id="340"/>
            <p14:sldId id="341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0F172A"/>
    <a:srgbClr val="334155"/>
    <a:srgbClr val="14B8A6"/>
    <a:srgbClr val="1E293B"/>
    <a:srgbClr val="FFFFFF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86650" autoAdjust="0"/>
  </p:normalViewPr>
  <p:slideViewPr>
    <p:cSldViewPr snapToGrid="0" snapToObjects="1">
      <p:cViewPr>
        <p:scale>
          <a:sx n="75" d="100"/>
          <a:sy n="75" d="100"/>
        </p:scale>
        <p:origin x="1776" y="936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3F7D-9B8B-70BD-2044-3AAD68FA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B48AF4-8095-1126-8AF6-A0021B9D4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2BB81D-DFA4-4AC6-112A-7A0C1CC6F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6999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D92F-51EC-4612-9C45-CC7B24008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79F72-BB36-ADE6-3116-57E967E1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AFCA40-0DA7-6C01-FE1A-0FD75A0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125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Running </a:t>
            </a: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zum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smtClean="0">
                              <a:solidFill>
                                <a:schemeClr val="bg1"/>
                              </a:solidFill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</a:rPr>
                        <m:t>=</m:t>
                      </m:r>
                      <m:d>
                        <m:dPr>
                          <m:ctrlPr>
                            <a:rPr lang="de-DE" sz="1200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D5C14E3-39F1-D5C5-F5B2-C2DDA7D0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27804"/>
              </p:ext>
            </p:extLst>
          </p:nvPr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4602EFD5-BF84-52CC-A4D5-E7322336C2E8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9474947B-16FD-441D-8DA6-ABABE9D24802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413A66FD-84ED-CFDB-1E2B-D197F8438CA3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A6634314-7B06-E9FE-6C5F-6CAD29F3641E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55F77BF7-3C19-7288-7664-22FB96542EB0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16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37ECFDA-5DEC-BE2F-3C70-8F1A3130AEAC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66DFF23E-85AF-B4E3-2D6C-9F6E5360C74B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Nein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19C1C6-3EDB-D29A-EA82-8702FEB005A3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B8288AA-273E-381E-6789-2D5870CE2AC4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9AB8767-F8E8-A06C-8291-ADB09FCD48D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2BB797D4-588F-488C-E595-05C4593C9EA5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(16, 10, False)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ED55F2-DA96-70D2-A9E0-279DF66A4A50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6">
            <a:extLst>
              <a:ext uri="{FF2B5EF4-FFF2-40B4-BE49-F238E27FC236}">
                <a16:creationId xmlns:a16="http://schemas.microsoft.com/office/drawing/2014/main" id="{7BE9949F-7ED4-44EA-BCE9-25EF6C1627A4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44" name="Tabelle 43">
            <a:extLst>
              <a:ext uri="{FF2B5EF4-FFF2-40B4-BE49-F238E27FC236}">
                <a16:creationId xmlns:a16="http://schemas.microsoft.com/office/drawing/2014/main" id="{7CA82802-E1FA-5979-9417-DACFB6942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813763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5DE59-1CD3-E37E-5CEA-7A21FCDD9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8F87028-33A4-08AD-3471-CD920D48C8D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DC573-3982-1FE9-7C6F-EA7DCF63166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1CCCF6-9A25-77C0-BBAC-227F7B2257D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A9C00BE-17DB-A212-CDBF-4F6FD758D74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8FB5AEB-29D8-E37A-A668-58CEDBEF77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FD9B6-5B06-5848-1A2A-5F3E530A7A8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smtClean="0">
                              <a:solidFill>
                                <a:schemeClr val="bg1"/>
                              </a:solidFill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</a:rPr>
                        <m:t>=</m:t>
                      </m:r>
                      <m:d>
                        <m:dPr>
                          <m:ctrlPr>
                            <a:rPr lang="de-DE" sz="1200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ACF7B574-0A3E-3D79-AF28-2F28AC00E2FB}"/>
              </a:ext>
            </a:extLst>
          </p:cNvPr>
          <p:cNvGraphicFramePr>
            <a:graphicFrameLocks noGrp="1"/>
          </p:cNvGraphicFramePr>
          <p:nvPr/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618A40C6-6EFE-EC93-7496-4DE82459EA1B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70A3BEAD-68AD-513B-05D7-B21D86D5BD3A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32F3F93B-219A-545C-86E2-88C2B9652B80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D25D1EDD-690A-5A26-4963-FFE1377BF3FF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E6B3F7DD-1DA1-D412-E4FB-3200D04F2329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13036B5-9BEC-2915-1A8A-AD393FEC32D5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42D6334A-7BDC-708C-D684-81E3DB1A7B2E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D6AC5C-3C00-8B82-086A-3894FBEB512B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46D53907-BCED-5657-1060-EC9865CADF4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50CA29-7455-370E-04C7-08D119DB214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90624CA7-A5C5-4E94-2581-199E1D294FEC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6412083-8997-B244-FF17-F5ECBFE1C68C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7FA6AE83-B195-60BF-BB5F-F8D8CA9E1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069317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2" name="Text 16">
            <a:extLst>
              <a:ext uri="{FF2B5EF4-FFF2-40B4-BE49-F238E27FC236}">
                <a16:creationId xmlns:a16="http://schemas.microsoft.com/office/drawing/2014/main" id="{F8A82726-B231-87F7-4F5C-C8EFEE3A40B0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4FD3CE-4919-DB87-558C-1A939B2D1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09322"/>
              </p:ext>
            </p:extLst>
          </p:nvPr>
        </p:nvGraphicFramePr>
        <p:xfrm>
          <a:off x="4986559" y="269462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AA6D5E7C-752C-4399-5FBD-E0862A7BD62C}"/>
              </a:ext>
            </a:extLst>
          </p:cNvPr>
          <p:cNvSpPr txBox="1"/>
          <p:nvPr/>
        </p:nvSpPr>
        <p:spPr>
          <a:xfrm>
            <a:off x="6230329" y="3529865"/>
            <a:ext cx="18816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</a:p>
          <a:p>
            <a:pPr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de-DE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7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/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806715E4-58AD-5C05-DCAB-6F0E541B128C}"/>
              </a:ext>
            </a:extLst>
          </p:cNvPr>
          <p:cNvSpPr/>
          <p:nvPr/>
        </p:nvSpPr>
        <p:spPr>
          <a:xfrm>
            <a:off x="4643795" y="2025909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B31DB957-2698-DBC6-D4A2-E341679525B8}"/>
              </a:ext>
            </a:extLst>
          </p:cNvPr>
          <p:cNvSpPr/>
          <p:nvPr/>
        </p:nvSpPr>
        <p:spPr>
          <a:xfrm>
            <a:off x="6102300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754D9BCC-A202-0F27-AA40-82976EA0366D}"/>
              </a:ext>
            </a:extLst>
          </p:cNvPr>
          <p:cNvSpPr/>
          <p:nvPr/>
        </p:nvSpPr>
        <p:spPr>
          <a:xfrm>
            <a:off x="7560806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F6D23734-7542-AA31-8B9C-55F7C46A4512}"/>
              </a:ext>
            </a:extLst>
          </p:cNvPr>
          <p:cNvSpPr/>
          <p:nvPr/>
        </p:nvSpPr>
        <p:spPr>
          <a:xfrm>
            <a:off x="229109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2E57CAB4-0E27-994C-0C5B-742A34AF60CA}"/>
              </a:ext>
            </a:extLst>
          </p:cNvPr>
          <p:cNvSpPr/>
          <p:nvPr/>
        </p:nvSpPr>
        <p:spPr>
          <a:xfrm>
            <a:off x="1687615" y="2027552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A2D2BF1C-B30D-2ACD-F166-435B2F864A70}"/>
              </a:ext>
            </a:extLst>
          </p:cNvPr>
          <p:cNvSpPr/>
          <p:nvPr/>
        </p:nvSpPr>
        <p:spPr>
          <a:xfrm>
            <a:off x="3134672" y="2025909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2E93D432-1160-B283-B055-4F2C5B9A063F}"/>
              </a:ext>
            </a:extLst>
          </p:cNvPr>
          <p:cNvSpPr/>
          <p:nvPr/>
        </p:nvSpPr>
        <p:spPr>
          <a:xfrm>
            <a:off x="5130966" y="254546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83501F9A-24D0-AF91-B5ED-5C408099FA43}"/>
              </a:ext>
            </a:extLst>
          </p:cNvPr>
          <p:cNvSpPr/>
          <p:nvPr/>
        </p:nvSpPr>
        <p:spPr>
          <a:xfrm>
            <a:off x="6589471" y="255164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FB96E13C-7EFC-3F67-A485-07A19B3D64BD}"/>
              </a:ext>
            </a:extLst>
          </p:cNvPr>
          <p:cNvSpPr/>
          <p:nvPr/>
        </p:nvSpPr>
        <p:spPr>
          <a:xfrm>
            <a:off x="8073549" y="255575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8EC1D48E-6BB4-E6B5-3C7B-5C3A48F0BB95}"/>
              </a:ext>
            </a:extLst>
          </p:cNvPr>
          <p:cNvSpPr/>
          <p:nvPr/>
        </p:nvSpPr>
        <p:spPr>
          <a:xfrm>
            <a:off x="718558" y="2563972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6269C196-00B0-D0A4-C678-FFF61F9E65F8}"/>
              </a:ext>
            </a:extLst>
          </p:cNvPr>
          <p:cNvSpPr/>
          <p:nvPr/>
        </p:nvSpPr>
        <p:spPr>
          <a:xfrm>
            <a:off x="225949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E6CBC79F-072A-44A8-7B57-407646EBED4D}"/>
              </a:ext>
            </a:extLst>
          </p:cNvPr>
          <p:cNvSpPr/>
          <p:nvPr/>
        </p:nvSpPr>
        <p:spPr>
          <a:xfrm>
            <a:off x="362141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6069B98D-EEBF-C0D5-2AF7-BF00F7825DB6}"/>
              </a:ext>
            </a:extLst>
          </p:cNvPr>
          <p:cNvSpPr/>
          <p:nvPr/>
        </p:nvSpPr>
        <p:spPr>
          <a:xfrm>
            <a:off x="3738427" y="34333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8126A99-F06A-54E4-9977-FFA0246C16BC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290038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94C4DF-5CCB-A947-E849-06F6B5FC0772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2902399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FE55ABB8-5306-6EF9-5639-ACA5880B3A96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2902399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0B91B9A-DE64-F88E-3C52-247662D8042F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2881879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5E22C9DF-7324-40CC-60E8-006595592FD2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2888058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A01A9C0-F11A-0373-5AB0-BA05E2FE6154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2892167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781A67BC-074E-6F7B-8A7A-FCB6FA5A3DB7}"/>
              </a:ext>
            </a:extLst>
          </p:cNvPr>
          <p:cNvSpPr/>
          <p:nvPr/>
        </p:nvSpPr>
        <p:spPr>
          <a:xfrm>
            <a:off x="3438762" y="42806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DB6E167-1990-BDE0-C8A9-BA42AA67E62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38706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e 46">
            <a:extLst>
              <a:ext uri="{FF2B5EF4-FFF2-40B4-BE49-F238E27FC236}">
                <a16:creationId xmlns:a16="http://schemas.microsoft.com/office/drawing/2014/main" id="{497EF9F4-18FC-6EE2-F7C1-B281662B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070246"/>
              </p:ext>
            </p:extLst>
          </p:nvPr>
        </p:nvGraphicFramePr>
        <p:xfrm>
          <a:off x="364689" y="60389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48" name="Tabelle 47">
            <a:extLst>
              <a:ext uri="{FF2B5EF4-FFF2-40B4-BE49-F238E27FC236}">
                <a16:creationId xmlns:a16="http://schemas.microsoft.com/office/drawing/2014/main" id="{FB6C0770-5D52-9C6F-B0CB-0C40C433F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73511"/>
              </p:ext>
            </p:extLst>
          </p:nvPr>
        </p:nvGraphicFramePr>
        <p:xfrm>
          <a:off x="364689" y="65324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9" name="Text 16">
            <a:extLst>
              <a:ext uri="{FF2B5EF4-FFF2-40B4-BE49-F238E27FC236}">
                <a16:creationId xmlns:a16="http://schemas.microsoft.com/office/drawing/2014/main" id="{78AA4B05-55C8-13DB-122F-0C8BF89A62C1}"/>
              </a:ext>
            </a:extLst>
          </p:cNvPr>
          <p:cNvSpPr>
            <a:spLocks noGrp="1"/>
          </p:cNvSpPr>
          <p:nvPr/>
        </p:nvSpPr>
        <p:spPr>
          <a:xfrm>
            <a:off x="364689" y="56801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9" grpId="0" animBg="1"/>
      <p:bldP spid="20" grpId="0" animBg="1"/>
      <p:bldP spid="21" grpId="0" animBg="1"/>
      <p:bldP spid="25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F3DA-24F5-0D62-845F-EA14845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46FAEE-0418-B09B-ABE4-0A2E0205EB0E}"/>
              </a:ext>
            </a:extLst>
          </p:cNvPr>
          <p:cNvSpPr/>
          <p:nvPr/>
        </p:nvSpPr>
        <p:spPr>
          <a:xfrm>
            <a:off x="0" y="-332740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E8C87F-B455-4B79-60AF-EB7396CC61C3}"/>
              </a:ext>
            </a:extLst>
          </p:cNvPr>
          <p:cNvSpPr/>
          <p:nvPr/>
        </p:nvSpPr>
        <p:spPr>
          <a:xfrm>
            <a:off x="0" y="-332740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EA3AFC-ECB1-AC70-57B7-0525F2F7A62F}"/>
              </a:ext>
            </a:extLst>
          </p:cNvPr>
          <p:cNvSpPr/>
          <p:nvPr/>
        </p:nvSpPr>
        <p:spPr>
          <a:xfrm>
            <a:off x="457200" y="-3053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BA07E66-B331-245D-41E2-733BEDB13B62}"/>
              </a:ext>
            </a:extLst>
          </p:cNvPr>
          <p:cNvSpPr/>
          <p:nvPr/>
        </p:nvSpPr>
        <p:spPr>
          <a:xfrm>
            <a:off x="6367670" y="-3272536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3077DF5-7E59-B74B-0F8A-C211FB0DBDD2}"/>
              </a:ext>
            </a:extLst>
          </p:cNvPr>
          <p:cNvSpPr/>
          <p:nvPr/>
        </p:nvSpPr>
        <p:spPr>
          <a:xfrm>
            <a:off x="3412435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7558883-E56F-F0F8-B54A-4FCFCBB4D9FB}"/>
              </a:ext>
            </a:extLst>
          </p:cNvPr>
          <p:cNvSpPr/>
          <p:nvPr/>
        </p:nvSpPr>
        <p:spPr>
          <a:xfrm>
            <a:off x="457200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/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3109D946-10BA-7DBC-5505-986238CC30BB}"/>
              </a:ext>
            </a:extLst>
          </p:cNvPr>
          <p:cNvSpPr/>
          <p:nvPr/>
        </p:nvSpPr>
        <p:spPr>
          <a:xfrm>
            <a:off x="4643795" y="-1301491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98BE1E3-6716-F55C-F35B-94D2C7C75E9B}"/>
              </a:ext>
            </a:extLst>
          </p:cNvPr>
          <p:cNvSpPr/>
          <p:nvPr/>
        </p:nvSpPr>
        <p:spPr>
          <a:xfrm>
            <a:off x="6102300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4F0F5FB4-690A-E163-3E0B-F1A0875F2AC9}"/>
              </a:ext>
            </a:extLst>
          </p:cNvPr>
          <p:cNvSpPr/>
          <p:nvPr/>
        </p:nvSpPr>
        <p:spPr>
          <a:xfrm>
            <a:off x="7560806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8A76FD13-735F-788E-2FF0-0894AD9E8F1A}"/>
              </a:ext>
            </a:extLst>
          </p:cNvPr>
          <p:cNvSpPr/>
          <p:nvPr/>
        </p:nvSpPr>
        <p:spPr>
          <a:xfrm>
            <a:off x="229109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4E7B3A08-02F3-4D96-D47D-9310D29D7D35}"/>
              </a:ext>
            </a:extLst>
          </p:cNvPr>
          <p:cNvSpPr/>
          <p:nvPr/>
        </p:nvSpPr>
        <p:spPr>
          <a:xfrm>
            <a:off x="1687615" y="-1299848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099B6C5A-6AF2-4E34-63D8-26600566AD64}"/>
              </a:ext>
            </a:extLst>
          </p:cNvPr>
          <p:cNvSpPr/>
          <p:nvPr/>
        </p:nvSpPr>
        <p:spPr>
          <a:xfrm>
            <a:off x="3134672" y="-1301491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5837A810-BE91-E2A2-EBC2-660E10443DBC}"/>
              </a:ext>
            </a:extLst>
          </p:cNvPr>
          <p:cNvSpPr/>
          <p:nvPr/>
        </p:nvSpPr>
        <p:spPr>
          <a:xfrm>
            <a:off x="5130966" y="-78193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20CD5563-10EF-85CC-143C-DA6F899872A5}"/>
              </a:ext>
            </a:extLst>
          </p:cNvPr>
          <p:cNvSpPr/>
          <p:nvPr/>
        </p:nvSpPr>
        <p:spPr>
          <a:xfrm>
            <a:off x="6589471" y="-77575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3138FB15-79F4-6465-290E-0213046FF1E1}"/>
              </a:ext>
            </a:extLst>
          </p:cNvPr>
          <p:cNvSpPr/>
          <p:nvPr/>
        </p:nvSpPr>
        <p:spPr>
          <a:xfrm>
            <a:off x="8073549" y="-77164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BE85EC6F-7547-7284-C8EC-E57A24E9C897}"/>
              </a:ext>
            </a:extLst>
          </p:cNvPr>
          <p:cNvSpPr/>
          <p:nvPr/>
        </p:nvSpPr>
        <p:spPr>
          <a:xfrm>
            <a:off x="718558" y="-763428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4BA6FFC2-F193-E1D3-D9B3-E3E41BFA15D1}"/>
              </a:ext>
            </a:extLst>
          </p:cNvPr>
          <p:cNvSpPr/>
          <p:nvPr/>
        </p:nvSpPr>
        <p:spPr>
          <a:xfrm>
            <a:off x="225949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D1DE867-B89F-8A8C-BD04-67B37FF6D53C}"/>
              </a:ext>
            </a:extLst>
          </p:cNvPr>
          <p:cNvSpPr/>
          <p:nvPr/>
        </p:nvSpPr>
        <p:spPr>
          <a:xfrm>
            <a:off x="362141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4833D91F-7157-FFE0-5D39-A3080619E576}"/>
              </a:ext>
            </a:extLst>
          </p:cNvPr>
          <p:cNvSpPr/>
          <p:nvPr/>
        </p:nvSpPr>
        <p:spPr>
          <a:xfrm>
            <a:off x="3738427" y="1059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C915ED5-AEA8-EA04-27F4-B8A2850DBC1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-42701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54B15A7-4548-3C33-2380-BEA829563959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-425001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08A7702-C0F7-8A3D-2317-A6121F36A8A1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-425001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1C86C249-863E-0828-0A70-BD73F6D4DEB9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-445521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0C7EDE9-83C1-A3B1-FCE7-5DFB6350830B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-439342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D121A4C-64EA-CBFF-CF3B-9DDE15BBA37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-435233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BBC306FF-2A0D-B1F2-DAA8-202BC2CC1314}"/>
              </a:ext>
            </a:extLst>
          </p:cNvPr>
          <p:cNvSpPr/>
          <p:nvPr/>
        </p:nvSpPr>
        <p:spPr>
          <a:xfrm>
            <a:off x="3438762" y="9532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72EC4F06-25DB-9356-5A9D-863AB0EB54B7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5432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34BEFBC-E441-0943-B3B7-4332D0B0B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00799"/>
              </p:ext>
            </p:extLst>
          </p:nvPr>
        </p:nvGraphicFramePr>
        <p:xfrm>
          <a:off x="364689" y="18352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D1BB8014-274F-F9AE-9F5C-3C5EF8A97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208245"/>
              </p:ext>
            </p:extLst>
          </p:nvPr>
        </p:nvGraphicFramePr>
        <p:xfrm>
          <a:off x="364689" y="23287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4" name="Text 16">
            <a:extLst>
              <a:ext uri="{FF2B5EF4-FFF2-40B4-BE49-F238E27FC236}">
                <a16:creationId xmlns:a16="http://schemas.microsoft.com/office/drawing/2014/main" id="{92614194-5381-4892-05CA-174947D93E2A}"/>
              </a:ext>
            </a:extLst>
          </p:cNvPr>
          <p:cNvSpPr>
            <a:spLocks noGrp="1"/>
          </p:cNvSpPr>
          <p:nvPr/>
        </p:nvSpPr>
        <p:spPr>
          <a:xfrm>
            <a:off x="364689" y="14764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7A416BD-3E13-D5A3-B2E3-682B30252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7624"/>
              </p:ext>
            </p:extLst>
          </p:nvPr>
        </p:nvGraphicFramePr>
        <p:xfrm>
          <a:off x="365127" y="3028036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True, 12, 3, 2)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0.845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-0.612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27" name="Textfeld 26">
            <a:extLst>
              <a:ext uri="{FF2B5EF4-FFF2-40B4-BE49-F238E27FC236}">
                <a16:creationId xmlns:a16="http://schemas.microsoft.com/office/drawing/2014/main" id="{F747AB64-38C7-7379-831C-EF67E9BDF063}"/>
              </a:ext>
            </a:extLst>
          </p:cNvPr>
          <p:cNvSpPr txBox="1"/>
          <p:nvPr/>
        </p:nvSpPr>
        <p:spPr>
          <a:xfrm>
            <a:off x="5130966" y="1800668"/>
            <a:ext cx="34013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Inter"/>
              </a:rPr>
              <a:t>113.760</a:t>
            </a:r>
          </a:p>
          <a:p>
            <a:pPr algn="ctr"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Inter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graphicFrame>
        <p:nvGraphicFramePr>
          <p:cNvPr id="30" name="Tabelle 29">
            <a:extLst>
              <a:ext uri="{FF2B5EF4-FFF2-40B4-BE49-F238E27FC236}">
                <a16:creationId xmlns:a16="http://schemas.microsoft.com/office/drawing/2014/main" id="{A81EC016-E035-5C91-1017-B375F32D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22986"/>
              </p:ext>
            </p:extLst>
          </p:nvPr>
        </p:nvGraphicFramePr>
        <p:xfrm>
          <a:off x="365127" y="3727354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...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290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C06C0C33-C44A-8094-5DCE-B3AD9E7A12E5}"/>
              </a:ext>
            </a:extLst>
          </p:cNvPr>
          <p:cNvSpPr/>
          <p:nvPr/>
        </p:nvSpPr>
        <p:spPr>
          <a:xfrm>
            <a:off x="380138" y="4071612"/>
            <a:ext cx="1735979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0.01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32256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5193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2B2AAC53-0EF0-6A0E-E1F8-06F7F18DA57C}"/>
              </a:ext>
            </a:extLst>
          </p:cNvPr>
          <p:cNvSpPr/>
          <p:nvPr/>
        </p:nvSpPr>
        <p:spPr>
          <a:xfrm>
            <a:off x="5749378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0.90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5193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63F1E1B-957F-1F09-5289-D7A356708F09}"/>
              </a:ext>
            </a:extLst>
          </p:cNvPr>
          <p:cNvSpPr/>
          <p:nvPr/>
        </p:nvSpPr>
        <p:spPr>
          <a:xfrm>
            <a:off x="2319826" y="4071612"/>
            <a:ext cx="1735979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0.99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32256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5193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7" name="Text 16">
            <a:extLst>
              <a:ext uri="{FF2B5EF4-FFF2-40B4-BE49-F238E27FC236}">
                <a16:creationId xmlns:a16="http://schemas.microsoft.com/office/drawing/2014/main" id="{B4BC0E0F-1A87-3D1E-416E-F3333560B39A}"/>
              </a:ext>
            </a:extLst>
          </p:cNvPr>
          <p:cNvSpPr/>
          <p:nvPr/>
        </p:nvSpPr>
        <p:spPr>
          <a:xfrm>
            <a:off x="4217389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1.0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5193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16">
            <a:extLst>
              <a:ext uri="{FF2B5EF4-FFF2-40B4-BE49-F238E27FC236}">
                <a16:creationId xmlns:a16="http://schemas.microsoft.com/office/drawing/2014/main" id="{DB04C67A-4018-7249-1459-117D55251D93}"/>
              </a:ext>
            </a:extLst>
          </p:cNvPr>
          <p:cNvSpPr/>
          <p:nvPr/>
        </p:nvSpPr>
        <p:spPr>
          <a:xfrm>
            <a:off x="7215008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0.10</a:t>
            </a: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5193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E2206-1E7C-01BC-258B-1EF0D47F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/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/>
                          </m:ctrlPr>
                        </m:dPr>
                        <m:e>
                          <m:r>
                            <a:rPr lang="de-DE" i="1"/>
                            <m:t>1+0.99⋅</m:t>
                          </m:r>
                          <m:d>
                            <m:dPr>
                              <m:ctrlPr>
                                <a:rPr lang="de-DE" i="1"/>
                              </m:ctrlPr>
                            </m:dPr>
                            <m:e>
                              <m:r>
                                <a:rPr lang="de-DE" i="1"/>
                                <m:t>0</m:t>
                              </m:r>
                            </m:e>
                          </m:d>
                          <m:r>
                            <a:rPr lang="de-DE" i="1"/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/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/>
                          </m:ctrlPr>
                        </m:dPr>
                        <m:e>
                          <m:r>
                            <a:rPr lang="de-DE" i="1"/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/>
                        <m:t>=</m:t>
                      </m:r>
                      <m:r>
                        <a:rPr lang="de-DE" b="1"/>
                        <m:t>𝟎</m:t>
                      </m:r>
                      <m:r>
                        <a:rPr lang="de-DE" b="1"/>
                        <m:t>.</m:t>
                      </m:r>
                      <m:r>
                        <a:rPr lang="de-DE" b="1"/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A47DF033-E177-36DB-565D-FC9DC582B3E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AD0A3A5-1905-2279-4480-5E9E62EEA29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0CB61E-C390-4CDE-DB33-978928416A8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807125-85EE-114B-F3C6-4FABC3A003C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5DCCBAB-9AB8-C5C6-4031-D7DF7C52EA7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046A376-10AF-301F-20D6-CB76B2EC74F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>
                            <a:solidFill>
                              <a:srgbClr val="14B8A6"/>
                            </a:solidFill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1BE3B96A-923E-1708-B0D6-F447CB1F7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09641"/>
              </p:ext>
            </p:extLst>
          </p:nvPr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19F408E5-B744-7772-1466-86E16675F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17618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1F52A897-9D06-930E-96AA-C940367A13F2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AA45CC0-3C35-909F-0015-4A0A869F6BA8}"/>
              </a:ext>
            </a:extLst>
          </p:cNvPr>
          <p:cNvSpPr/>
          <p:nvPr/>
        </p:nvSpPr>
        <p:spPr>
          <a:xfrm>
            <a:off x="5727590" y="2127405"/>
            <a:ext cx="746760" cy="61685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</a:rPr>
                        <m:t>𝐐</m:t>
                      </m:r>
                      <m:d>
                        <m:dPr>
                          <m:ctrlPr>
                            <a:rPr lang="de-DE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𝐐</m:t>
                      </m:r>
                      <m:d>
                        <m:dPr>
                          <m:ctrlPr>
                            <a:rPr lang="de-DE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>
                                          <a:solidFill>
                                            <a:schemeClr val="bg1"/>
                                          </a:solidFill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3847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uiExpand="1" build="allAtOnce" animBg="1"/>
      <p:bldP spid="18" grpId="0" animBg="1"/>
      <p:bldP spid="19" grpId="0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D61A-A1C2-2E85-D612-E6190E1F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/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/>
                          </m:ctrlPr>
                        </m:dPr>
                        <m:e>
                          <m:r>
                            <a:rPr lang="de-DE" i="1"/>
                            <m:t>1+0.99⋅</m:t>
                          </m:r>
                          <m:d>
                            <m:dPr>
                              <m:ctrlPr>
                                <a:rPr lang="de-DE" i="1"/>
                              </m:ctrlPr>
                            </m:dPr>
                            <m:e>
                              <m:r>
                                <a:rPr lang="de-DE" i="1"/>
                                <m:t>0</m:t>
                              </m:r>
                            </m:e>
                          </m:d>
                          <m:r>
                            <a:rPr lang="de-DE" i="1"/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/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/>
                          </m:ctrlPr>
                        </m:dPr>
                        <m:e>
                          <m:r>
                            <a:rPr lang="de-DE" i="1"/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/>
                        <m:t>=</m:t>
                      </m:r>
                      <m:r>
                        <a:rPr lang="de-DE" b="1"/>
                        <m:t>𝟎</m:t>
                      </m:r>
                      <m:r>
                        <a:rPr lang="de-DE" b="1"/>
                        <m:t>.</m:t>
                      </m:r>
                      <m:r>
                        <a:rPr lang="de-DE" b="1"/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0D518B4C-F4E0-A494-37DD-0B286F4CCB7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C74C28-21A4-D39B-17C5-72479B26B5C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29092F-ABD5-55D5-C542-182A0F125CC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36E695-C42F-82C4-6B54-5836E58DF13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A70E644-0BE0-60B8-03B5-D5AFFF8E171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5AE4010-50B3-2CC9-C497-D3479533E4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>
                            <a:solidFill>
                              <a:srgbClr val="14B8A6"/>
                            </a:solidFill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C22F326B-A39B-B787-1CD8-E63016C28BC2}"/>
              </a:ext>
            </a:extLst>
          </p:cNvPr>
          <p:cNvGraphicFramePr>
            <a:graphicFrameLocks noGrp="1"/>
          </p:cNvGraphicFramePr>
          <p:nvPr/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D4606668-E75E-433B-9BA3-FE88080AF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56036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.8911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98CB13B3-4B20-8732-A414-EDD96FA1DCEB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</a:rPr>
                        <m:t>𝐐</m:t>
                      </m:r>
                      <m:d>
                        <m:dPr>
                          <m:ctrlPr>
                            <a:rPr lang="de-DE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𝐐</m:t>
                      </m:r>
                      <m:d>
                        <m:dPr>
                          <m:ctrlPr>
                            <a:rPr lang="de-DE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>
                              <a:solidFill>
                                <a:schemeClr val="bg1"/>
                              </a:solidFill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>
                                          <a:solidFill>
                                            <a:schemeClr val="bg1"/>
                                          </a:solidFill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>
                                  <a:solidFill>
                                    <a:schemeClr val="bg1"/>
                                  </a:solidFill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>
                                      <a:solidFill>
                                        <a:schemeClr val="bg1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15E5495-49F5-AA69-FDAF-DEEF1B1EC2F7}"/>
              </a:ext>
            </a:extLst>
          </p:cNvPr>
          <p:cNvCxnSpPr>
            <a:cxnSpLocks/>
          </p:cNvCxnSpPr>
          <p:nvPr/>
        </p:nvCxnSpPr>
        <p:spPr>
          <a:xfrm flipV="1">
            <a:off x="4876800" y="2571750"/>
            <a:ext cx="1074420" cy="120777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78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7" name="!!6">
            <a:extLst>
              <a:ext uri="{FF2B5EF4-FFF2-40B4-BE49-F238E27FC236}">
                <a16:creationId xmlns:a16="http://schemas.microsoft.com/office/drawing/2014/main" id="{E04853E5-F2A7-0CF9-DCBB-0733C9AE7BEF}"/>
              </a:ext>
            </a:extLst>
          </p:cNvPr>
          <p:cNvSpPr>
            <a:spLocks/>
          </p:cNvSpPr>
          <p:nvPr/>
        </p:nvSpPr>
        <p:spPr>
          <a:xfrm>
            <a:off x="365760" y="1181100"/>
            <a:ext cx="393192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3BD1A09-7EC3-D5DB-833E-DA716BCDDE1C}"/>
              </a:ext>
            </a:extLst>
          </p:cNvPr>
          <p:cNvSpPr/>
          <p:nvPr/>
        </p:nvSpPr>
        <p:spPr>
          <a:xfrm>
            <a:off x="502920" y="13182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Vorteil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Volle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Nachvollziehbarkeit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5">
            <a:extLst>
              <a:ext uri="{FF2B5EF4-FFF2-40B4-BE49-F238E27FC236}">
                <a16:creationId xmlns:a16="http://schemas.microsoft.com/office/drawing/2014/main" id="{253E6FE5-7EFE-763D-05F0-9E556B18467E}"/>
              </a:ext>
            </a:extLst>
          </p:cNvPr>
          <p:cNvSpPr/>
          <p:nvPr/>
        </p:nvSpPr>
        <p:spPr>
          <a:xfrm>
            <a:off x="4663440" y="1181100"/>
            <a:ext cx="411480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C943B9E-1968-8D67-BB95-0D351BF4D37F}"/>
              </a:ext>
            </a:extLst>
          </p:cNvPr>
          <p:cNvSpPr/>
          <p:nvPr/>
        </p:nvSpPr>
        <p:spPr>
          <a:xfrm>
            <a:off x="4800600" y="13182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Fehlende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Generalisierung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56BC5B5D-5034-6B6B-2FD8-A7879D871EEC}"/>
              </a:ext>
            </a:extLst>
          </p:cNvPr>
          <p:cNvSpPr/>
          <p:nvPr/>
        </p:nvSpPr>
        <p:spPr>
          <a:xfrm>
            <a:off x="4800600" y="18943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F1777A48-BA08-60FE-882E-EFF5163FC451}"/>
              </a:ext>
            </a:extLst>
          </p:cNvPr>
          <p:cNvSpPr/>
          <p:nvPr/>
        </p:nvSpPr>
        <p:spPr>
          <a:xfrm>
            <a:off x="5257800" y="1880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Wissenstransfer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A3F9B571-BF85-78ED-C1A1-0F2857FDEC05}"/>
              </a:ext>
            </a:extLst>
          </p:cNvPr>
          <p:cNvSpPr/>
          <p:nvPr/>
        </p:nvSpPr>
        <p:spPr>
          <a:xfrm>
            <a:off x="4800600" y="23210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96299CB-C33A-677A-25DB-61E2E10FC446}"/>
              </a:ext>
            </a:extLst>
          </p:cNvPr>
          <p:cNvSpPr/>
          <p:nvPr/>
        </p:nvSpPr>
        <p:spPr>
          <a:xfrm>
            <a:off x="5257800" y="228447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Kaltstart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-Problem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764CD69-675E-DDE7-7D66-18EF2F135471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78FBDC5-6CDC-2CCC-D875-CE8E14662FD0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CD3933-CE8B-CC25-9ED1-BA06A95AC1A0}"/>
              </a:ext>
            </a:extLst>
          </p:cNvPr>
          <p:cNvSpPr/>
          <p:nvPr/>
        </p:nvSpPr>
        <p:spPr>
          <a:xfrm>
            <a:off x="960120" y="19796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Direkte</a:t>
            </a: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Prüfbarkeit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A37A1220-E2B0-5813-3672-225CF29EA247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231C768-D483-1E77-ACA6-B179AF0D46B9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D75A3CF-F197-9093-5DEC-45F1C3D84DF6}"/>
              </a:ext>
            </a:extLst>
          </p:cNvPr>
          <p:cNvSpPr/>
          <p:nvPr/>
        </p:nvSpPr>
        <p:spPr>
          <a:xfrm>
            <a:off x="960120" y="25679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White-Box-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Kombination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8950B51-FBA5-E534-EC48-0E4D7353D139}"/>
              </a:ext>
            </a:extLst>
          </p:cNvPr>
          <p:cNvSpPr/>
          <p:nvPr/>
        </p:nvSpPr>
        <p:spPr>
          <a:xfrm>
            <a:off x="4800600" y="27401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D56F3074-45B1-0509-8047-E83FFA079059}"/>
              </a:ext>
            </a:extLst>
          </p:cNvPr>
          <p:cNvSpPr/>
          <p:nvPr/>
        </p:nvSpPr>
        <p:spPr>
          <a:xfrm>
            <a:off x="5257800" y="27006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Explosion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beim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38E6627F-1EFE-8806-0ED5-574CB9A23D5A}"/>
              </a:ext>
            </a:extLst>
          </p:cNvPr>
          <p:cNvSpPr/>
          <p:nvPr/>
        </p:nvSpPr>
        <p:spPr>
          <a:xfrm>
            <a:off x="4800600" y="1833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DC5CBA5C-E732-02D2-A678-DF3AC26CC566}"/>
              </a:ext>
            </a:extLst>
          </p:cNvPr>
          <p:cNvSpPr/>
          <p:nvPr/>
        </p:nvSpPr>
        <p:spPr>
          <a:xfrm>
            <a:off x="4800600" y="2260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E1F1DBD9-0020-33B1-AFD1-D6A4498410AC}"/>
              </a:ext>
            </a:extLst>
          </p:cNvPr>
          <p:cNvSpPr/>
          <p:nvPr/>
        </p:nvSpPr>
        <p:spPr>
          <a:xfrm>
            <a:off x="4800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/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𝑻𝒆𝒄𝒉𝒏𝒊𝒔𝒄𝒉𝒆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𝑰𝒎𝒑𝒍𝒆𝒎𝒆𝒏𝒕𝒊𝒆𝒓𝒖𝒏𝒈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𝒃𝒆𝒊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𝑮𝒍𝒆𝒊𝒄𝒉𝒔𝒕𝒂𝒏𝒅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: </m:t>
                      </m:r>
                    </m:oMath>
                  </m:oMathPara>
                </a14:m>
                <a:endParaRPr lang="en-GB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𝑊𝑒𝑛𝑛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𝑢𝑛𝑑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𝐻𝑖𝑡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𝑑𝑒𝑛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𝑒𝑥𝑎𝑘𝑡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𝑔𝑙𝑒𝑖𝑐h𝑒𝑛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𝑎𝑢𝑓𝑤𝑒𝑖𝑠𝑒𝑛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𝑏𝑒𝑖𝑚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𝑆𝑡𝑎𝑟𝑡𝑤𝑒𝑟𝑡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0,0</m:t>
                              </m:r>
                            </m:e>
                          </m:d>
                        </m:e>
                      </m:d>
                      <m:r>
                        <a:rPr lang="de-DE" sz="12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12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h𝑙𝑡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𝑑𝑖𝑒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𝐹𝑢𝑛𝑘𝑡𝑖𝑜𝑛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𝑡𝑒𝑐h𝑛𝑖𝑠𝑐h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𝑏𝑒𝑑𝑖𝑛𝑔𝑡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𝑠𝑡𝑎𝑛𝑑𝑎𝑟𝑑𝑚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𝑖𝑔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𝑖𝑚𝑚𝑒𝑟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sz="900" b="1" i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47699ABA-27EC-848F-3D9F-CB534D44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39395"/>
              </p:ext>
            </p:extLst>
          </p:nvPr>
        </p:nvGraphicFramePr>
        <p:xfrm>
          <a:off x="3093720" y="1284608"/>
          <a:ext cx="5818419" cy="3262310"/>
        </p:xfrm>
        <a:graphic>
          <a:graphicData uri="http://schemas.openxmlformats.org/drawingml/2006/table">
            <a:tbl>
              <a:tblPr/>
              <a:tblGrid>
                <a:gridCol w="1629593">
                  <a:extLst>
                    <a:ext uri="{9D8B030D-6E8A-4147-A177-3AD203B41FA5}">
                      <a16:colId xmlns:a16="http://schemas.microsoft.com/office/drawing/2014/main" val="4049940722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2498501315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1422367532"/>
                    </a:ext>
                  </a:extLst>
                </a:gridCol>
              </a:tblGrid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Parameter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Wert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Begründung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5723"/>
                  </a:ext>
                </a:extLst>
              </a:tr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Learning Rate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α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0.01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Stabilität &amp; Speed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935688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Discount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Factor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γ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0.99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Lange Foresight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6247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Initial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1.0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Vollständige Exploration zu Beginn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892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Decay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Langsame, schrittweise Reduktion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90392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0.10</a:t>
                      </a:r>
                      <a:endParaRPr lang="de-DE" sz="120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Residuale Exploration am Ende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060569"/>
                  </a:ext>
                </a:extLst>
              </a:tr>
            </a:tbl>
          </a:graphicData>
        </a:graphic>
      </p:graphicFrame>
      <p:sp>
        <p:nvSpPr>
          <p:cNvPr id="46" name="Shape 30">
            <a:extLst>
              <a:ext uri="{FF2B5EF4-FFF2-40B4-BE49-F238E27FC236}">
                <a16:creationId xmlns:a16="http://schemas.microsoft.com/office/drawing/2014/main" id="{3A9968B4-FE09-839C-DE2D-C519502731D3}"/>
              </a:ext>
            </a:extLst>
          </p:cNvPr>
          <p:cNvSpPr/>
          <p:nvPr/>
        </p:nvSpPr>
        <p:spPr>
          <a:xfrm>
            <a:off x="166097" y="107823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FB3A49-C6E9-D307-8349-B1BD523EB63D}"/>
              </a:ext>
            </a:extLst>
          </p:cNvPr>
          <p:cNvSpPr/>
          <p:nvPr/>
        </p:nvSpPr>
        <p:spPr>
          <a:xfrm>
            <a:off x="781384" y="121539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Optimierungsprozess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027AC6C-AFF2-3A1F-2B44-689765F6AE56}"/>
              </a:ext>
            </a:extLst>
          </p:cNvPr>
          <p:cNvGrpSpPr/>
          <p:nvPr/>
        </p:nvGrpSpPr>
        <p:grpSpPr>
          <a:xfrm>
            <a:off x="781384" y="1672590"/>
            <a:ext cx="548640" cy="548640"/>
            <a:chOff x="6900244" y="1649730"/>
            <a:chExt cx="548640" cy="54864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F7FDCD8-7A3A-78FF-59BE-CAFEFA7B2C65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14C4EBE7-4AF2-74CE-994D-BEAB57025E49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16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1" name="Text 34">
            <a:extLst>
              <a:ext uri="{FF2B5EF4-FFF2-40B4-BE49-F238E27FC236}">
                <a16:creationId xmlns:a16="http://schemas.microsoft.com/office/drawing/2014/main" id="{D124078A-A831-E4A7-E8F0-C54B94532650}"/>
              </a:ext>
            </a:extLst>
          </p:cNvPr>
          <p:cNvSpPr/>
          <p:nvPr/>
        </p:nvSpPr>
        <p:spPr>
          <a:xfrm>
            <a:off x="1448896" y="170916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8A3E5277-A517-C067-00CE-9CB643B3B0A0}"/>
              </a:ext>
            </a:extLst>
          </p:cNvPr>
          <p:cNvSpPr/>
          <p:nvPr/>
        </p:nvSpPr>
        <p:spPr>
          <a:xfrm>
            <a:off x="1448896" y="197434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1: Breite Suche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6">
            <a:extLst>
              <a:ext uri="{FF2B5EF4-FFF2-40B4-BE49-F238E27FC236}">
                <a16:creationId xmlns:a16="http://schemas.microsoft.com/office/drawing/2014/main" id="{07480E61-74E0-A8C1-EF3F-D87BA31D1E92}"/>
              </a:ext>
            </a:extLst>
          </p:cNvPr>
          <p:cNvSpPr/>
          <p:nvPr/>
        </p:nvSpPr>
        <p:spPr>
          <a:xfrm>
            <a:off x="1055704" y="226695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57C3F6-BE41-6114-5E64-AABCDCB086F4}"/>
              </a:ext>
            </a:extLst>
          </p:cNvPr>
          <p:cNvGrpSpPr/>
          <p:nvPr/>
        </p:nvGrpSpPr>
        <p:grpSpPr>
          <a:xfrm>
            <a:off x="781384" y="2660142"/>
            <a:ext cx="548640" cy="548640"/>
            <a:chOff x="6900244" y="2637282"/>
            <a:chExt cx="548640" cy="548640"/>
          </a:xfrm>
        </p:grpSpPr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B6A5932F-5780-04A1-64B3-A5E9194AFAB6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94E15E3C-AF9D-3977-5526-C4D5DC0AD583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7" name="Text 39">
            <a:extLst>
              <a:ext uri="{FF2B5EF4-FFF2-40B4-BE49-F238E27FC236}">
                <a16:creationId xmlns:a16="http://schemas.microsoft.com/office/drawing/2014/main" id="{E4FB34C2-61DB-7FB0-7EEA-0F54A4DCEE35}"/>
              </a:ext>
            </a:extLst>
          </p:cNvPr>
          <p:cNvSpPr/>
          <p:nvPr/>
        </p:nvSpPr>
        <p:spPr>
          <a:xfrm>
            <a:off x="1448896" y="269671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C1689BA1-A718-D9F2-9DC8-7EB5FADEBFA4}"/>
              </a:ext>
            </a:extLst>
          </p:cNvPr>
          <p:cNvSpPr/>
          <p:nvPr/>
        </p:nvSpPr>
        <p:spPr>
          <a:xfrm>
            <a:off x="1448896" y="296189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2: Eingrenzung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41">
            <a:extLst>
              <a:ext uri="{FF2B5EF4-FFF2-40B4-BE49-F238E27FC236}">
                <a16:creationId xmlns:a16="http://schemas.microsoft.com/office/drawing/2014/main" id="{FD9152B9-B8AF-F9E6-9F8C-35788FB713D6}"/>
              </a:ext>
            </a:extLst>
          </p:cNvPr>
          <p:cNvSpPr/>
          <p:nvPr/>
        </p:nvSpPr>
        <p:spPr>
          <a:xfrm>
            <a:off x="1055704" y="325450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1389D43E-0A2A-EEBF-C3F3-C7B1B086135C}"/>
              </a:ext>
            </a:extLst>
          </p:cNvPr>
          <p:cNvGrpSpPr/>
          <p:nvPr/>
        </p:nvGrpSpPr>
        <p:grpSpPr>
          <a:xfrm>
            <a:off x="781384" y="3647694"/>
            <a:ext cx="548640" cy="548640"/>
            <a:chOff x="6900244" y="3624834"/>
            <a:chExt cx="548640" cy="548640"/>
          </a:xfrm>
        </p:grpSpPr>
        <p:sp>
          <p:nvSpPr>
            <p:cNvPr id="61" name="Shape 42">
              <a:extLst>
                <a:ext uri="{FF2B5EF4-FFF2-40B4-BE49-F238E27FC236}">
                  <a16:creationId xmlns:a16="http://schemas.microsoft.com/office/drawing/2014/main" id="{83EB4588-1C57-3ED9-75D8-628438F9FAE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2" name="Text 43">
              <a:extLst>
                <a:ext uri="{FF2B5EF4-FFF2-40B4-BE49-F238E27FC236}">
                  <a16:creationId xmlns:a16="http://schemas.microsoft.com/office/drawing/2014/main" id="{520B5061-C1F2-7DBE-0732-0CE3B1AC7F6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4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63" name="Text 44">
            <a:extLst>
              <a:ext uri="{FF2B5EF4-FFF2-40B4-BE49-F238E27FC236}">
                <a16:creationId xmlns:a16="http://schemas.microsoft.com/office/drawing/2014/main" id="{8D3A5129-BF54-E65F-4163-70AA1F92330B}"/>
              </a:ext>
            </a:extLst>
          </p:cNvPr>
          <p:cNvSpPr/>
          <p:nvPr/>
        </p:nvSpPr>
        <p:spPr>
          <a:xfrm>
            <a:off x="1448896" y="368427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45">
            <a:extLst>
              <a:ext uri="{FF2B5EF4-FFF2-40B4-BE49-F238E27FC236}">
                <a16:creationId xmlns:a16="http://schemas.microsoft.com/office/drawing/2014/main" id="{9FA61D5D-6C09-7839-A06C-78DD1385DB49}"/>
              </a:ext>
            </a:extLst>
          </p:cNvPr>
          <p:cNvSpPr/>
          <p:nvPr/>
        </p:nvSpPr>
        <p:spPr>
          <a:xfrm>
            <a:off x="1448896" y="394944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3: Finale Tests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211074A5-E5F8-6FD8-4676-53609BA680F4}"/>
              </a:ext>
            </a:extLst>
          </p:cNvPr>
          <p:cNvSpPr/>
          <p:nvPr/>
        </p:nvSpPr>
        <p:spPr>
          <a:xfrm>
            <a:off x="25908" y="539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7" grpId="0" animBg="1"/>
      <p:bldP spid="58" grpId="0" animBg="1"/>
      <p:bldP spid="59" grpId="0" animBg="1"/>
      <p:bldP spid="63" grpId="0" animBg="1"/>
      <p:bldP spid="6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/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b="1" smtClean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Gesamtbudget</m:t>
                    </m:r>
                    <m:r>
                      <a:rPr lang="de-DE" b="1" i="1">
                        <a:solidFill>
                          <a:schemeClr val="bg1"/>
                        </a:solidFill>
                      </a:rPr>
                      <m:t>=</m:t>
                    </m:r>
                    <m:r>
                      <a:rPr lang="de-DE" b="1" i="1">
                        <a:solidFill>
                          <a:schemeClr val="bg1"/>
                        </a:solidFill>
                      </a:rPr>
                      <m:t>𝟐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Agententypen</m:t>
                    </m:r>
                    <m:r>
                      <a:rPr lang="de-DE" b="1" i="1">
                        <a:solidFill>
                          <a:schemeClr val="bg1"/>
                        </a:solidFill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</a:rPr>
                      <m:t>𝟑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Seeds</m:t>
                    </m:r>
                    <m:r>
                      <a:rPr lang="de-DE" b="1" i="1">
                        <a:solidFill>
                          <a:schemeClr val="bg1"/>
                        </a:solidFill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</a:rPr>
                      <m:t>𝟏𝟎𝟎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Mio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.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Episo</m:t>
                    </m:r>
                  </m:oMath>
                </a14:m>
                <a:r>
                  <a:rPr lang="de-DE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den</a:t>
                </a:r>
              </a:p>
            </p:txBody>
          </p:sp>
        </mc:Choice>
        <mc:Fallback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FD02EBB6-8EB2-A824-D8B2-F20F7137C782}"/>
              </a:ext>
            </a:extLst>
          </p:cNvPr>
          <p:cNvSpPr/>
          <p:nvPr/>
        </p:nvSpPr>
        <p:spPr>
          <a:xfrm>
            <a:off x="457200" y="2161932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Verwendete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 Seeds: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1, 42, 123</a:t>
            </a:r>
            <a:endParaRPr lang="de-DE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!!11">
            <a:extLst>
              <a:ext uri="{FF2B5EF4-FFF2-40B4-BE49-F238E27FC236}">
                <a16:creationId xmlns:a16="http://schemas.microsoft.com/office/drawing/2014/main" id="{72C8BFF6-577D-CDE0-48C0-23520959A4B8}"/>
              </a:ext>
            </a:extLst>
          </p:cNvPr>
          <p:cNvSpPr/>
          <p:nvPr/>
        </p:nvSpPr>
        <p:spPr>
          <a:xfrm>
            <a:off x="2660690" y="2170211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Daten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-Checkpoints</a:t>
            </a:r>
            <a:endParaRPr lang="en-GB" sz="11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60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72C4CD5D-F2AC-836E-551F-DE32AF6225A2}"/>
              </a:ext>
            </a:extLst>
          </p:cNvPr>
          <p:cNvSpPr/>
          <p:nvPr/>
        </p:nvSpPr>
        <p:spPr>
          <a:xfrm>
            <a:off x="1558944" y="2902927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Finale Modelle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8D1CA4-6F20-A27C-D91F-5FDD396403D8}"/>
              </a:ext>
            </a:extLst>
          </p:cNvPr>
          <p:cNvSpPr txBox="1"/>
          <p:nvPr/>
        </p:nvSpPr>
        <p:spPr>
          <a:xfrm>
            <a:off x="4972645" y="1444907"/>
            <a:ext cx="48792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600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Gesamtes simuliertes Trainingsvolumen</a:t>
            </a:r>
            <a:endParaRPr lang="de-DE" sz="1200" b="1" i="0" dirty="0">
              <a:solidFill>
                <a:srgbClr val="14B8A6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D3E380B6-1F21-7439-8A91-B1D3D1A09AE7}"/>
              </a:ext>
            </a:extLst>
          </p:cNvPr>
          <p:cNvSpPr/>
          <p:nvPr/>
        </p:nvSpPr>
        <p:spPr>
          <a:xfrm>
            <a:off x="969935" y="4097557"/>
            <a:ext cx="6804079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>
              <a:buNone/>
            </a:pP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Wissenschaftlicher Vergleich: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 Identische Hyperparameter &amp; gleiches Trainingsbudget für Baseline und </a:t>
            </a:r>
            <a:r>
              <a:rPr lang="de-DE" sz="1200" dirty="0" err="1"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 Einziger Unterschied: Die </a:t>
            </a: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Zustandsrepräsentation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de-DE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EF9E980B-AE1B-53CB-BE90-E5E59864CB1D}"/>
              </a:ext>
            </a:extLst>
          </p:cNvPr>
          <p:cNvSpPr/>
          <p:nvPr/>
        </p:nvSpPr>
        <p:spPr>
          <a:xfrm>
            <a:off x="4972644" y="2887803"/>
            <a:ext cx="3714155" cy="388797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Gesamtlaufzeit: 13 h 01 min 47 s</a:t>
            </a:r>
          </a:p>
          <a:p>
            <a:pPr algn="ctr"/>
            <a:endParaRPr lang="de-DE" sz="14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/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Gesamt-Evaluation = 6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trainierte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Modelle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3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Evaluationsseeds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de-DE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1 Mio. Episoden</a:t>
                </a:r>
              </a:p>
            </p:txBody>
          </p:sp>
        </mc:Choice>
        <mc:Fallback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D139375-7526-A151-2606-24A70694E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280643"/>
              </p:ext>
            </p:extLst>
          </p:nvPr>
        </p:nvGraphicFramePr>
        <p:xfrm>
          <a:off x="457200" y="2137665"/>
          <a:ext cx="4478131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7333">
                  <a:extLst>
                    <a:ext uri="{9D8B030D-6E8A-4147-A177-3AD203B41FA5}">
                      <a16:colId xmlns:a16="http://schemas.microsoft.com/office/drawing/2014/main" val="3821162616"/>
                    </a:ext>
                  </a:extLst>
                </a:gridCol>
                <a:gridCol w="921732">
                  <a:extLst>
                    <a:ext uri="{9D8B030D-6E8A-4147-A177-3AD203B41FA5}">
                      <a16:colId xmlns:a16="http://schemas.microsoft.com/office/drawing/2014/main" val="3337836971"/>
                    </a:ext>
                  </a:extLst>
                </a:gridCol>
                <a:gridCol w="1119533">
                  <a:extLst>
                    <a:ext uri="{9D8B030D-6E8A-4147-A177-3AD203B41FA5}">
                      <a16:colId xmlns:a16="http://schemas.microsoft.com/office/drawing/2014/main" val="3846599544"/>
                    </a:ext>
                  </a:extLst>
                </a:gridCol>
                <a:gridCol w="1119533">
                  <a:extLst>
                    <a:ext uri="{9D8B030D-6E8A-4147-A177-3AD203B41FA5}">
                      <a16:colId xmlns:a16="http://schemas.microsoft.com/office/drawing/2014/main" val="4055016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400" b="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A 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B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C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61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 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  <a:endParaRPr lang="de-DE" sz="1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99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99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  <a:endParaRPr lang="de-DE" sz="1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63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  <a:endParaRPr lang="de-DE" sz="1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63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0431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02701795-F220-73B2-1204-28FED6AFA59B}"/>
              </a:ext>
            </a:extLst>
          </p:cNvPr>
          <p:cNvSpPr txBox="1"/>
          <p:nvPr/>
        </p:nvSpPr>
        <p:spPr>
          <a:xfrm>
            <a:off x="5531445" y="2571750"/>
            <a:ext cx="487925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18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Reine Test- und Evaluationsbasis</a:t>
            </a: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im Training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F2857-1A9D-F776-F3CA-DA5C99D1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2F6C3E1-72CA-5369-D708-C34C0753CAA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11C77BD-80FD-3B97-7DD9-CF1CA3D49C6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35A4D4-572A-6845-08F0-343E6382A4D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Wachstum der Q-Tabelle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891C319-F439-9209-3864-519EFFBD129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64CEBA3-D8CE-A127-0F70-0CECB2BE757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04124A9-ACA4-C83F-0FBD-8E3DE9B0403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8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A322-D9CC-AE77-2B7F-13FF900DA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A2682-9688-85B9-14C0-76331F5C564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E0BEACC-3AFA-0B5C-D274-EAE7AB90E09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EE4AD1-72F4-04D4-47E6-C61CA5D5A33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3CEAE19-72DB-F3D1-49E7-E671D6E3D62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72C1FBF-793B-64FA-BBA0-2BBC2966000A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2115B67-CFCB-E4B2-CDAE-ED1C6CD7D16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848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 Leitfragen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Schritte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1712</Words>
  <Application>Microsoft Office PowerPoint</Application>
  <PresentationFormat>Bildschirmpräsentation (16:9)</PresentationFormat>
  <Paragraphs>488</Paragraphs>
  <Slides>32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39" baseType="lpstr">
      <vt:lpstr>Arial</vt:lpstr>
      <vt:lpstr>Calibri</vt:lpstr>
      <vt:lpstr>Calibri Light</vt:lpstr>
      <vt:lpstr>Cambria</vt:lpstr>
      <vt:lpstr>Cambria Math</vt:lpstr>
      <vt:lpstr>Inter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Freese, Arvid</cp:lastModifiedBy>
  <cp:revision>56</cp:revision>
  <dcterms:created xsi:type="dcterms:W3CDTF">2026-06-10T08:25:46Z</dcterms:created>
  <dcterms:modified xsi:type="dcterms:W3CDTF">2026-06-14T12:09:49Z</dcterms:modified>
</cp:coreProperties>
</file>