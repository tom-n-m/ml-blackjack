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47" r:id="rId15"/>
    <p:sldId id="332" r:id="rId16"/>
    <p:sldId id="348" r:id="rId17"/>
    <p:sldId id="323" r:id="rId18"/>
    <p:sldId id="349" r:id="rId19"/>
    <p:sldId id="351" r:id="rId20"/>
    <p:sldId id="333" r:id="rId21"/>
    <p:sldId id="334" r:id="rId22"/>
    <p:sldId id="335" r:id="rId23"/>
    <p:sldId id="336" r:id="rId24"/>
    <p:sldId id="290" r:id="rId25"/>
    <p:sldId id="327" r:id="rId26"/>
    <p:sldId id="353" r:id="rId27"/>
    <p:sldId id="338" r:id="rId28"/>
    <p:sldId id="354" r:id="rId29"/>
    <p:sldId id="337" r:id="rId30"/>
    <p:sldId id="355" r:id="rId31"/>
    <p:sldId id="340" r:id="rId32"/>
    <p:sldId id="352" r:id="rId33"/>
    <p:sldId id="356" r:id="rId34"/>
    <p:sldId id="350" r:id="rId35"/>
    <p:sldId id="357" r:id="rId36"/>
    <p:sldId id="342" r:id="rId37"/>
    <p:sldId id="346" r:id="rId38"/>
    <p:sldId id="341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47"/>
            <p14:sldId id="332"/>
            <p14:sldId id="348"/>
            <p14:sldId id="323"/>
            <p14:sldId id="349"/>
            <p14:sldId id="351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53"/>
            <p14:sldId id="338"/>
            <p14:sldId id="354"/>
            <p14:sldId id="337"/>
            <p14:sldId id="355"/>
            <p14:sldId id="340"/>
            <p14:sldId id="352"/>
            <p14:sldId id="356"/>
            <p14:sldId id="350"/>
            <p14:sldId id="357"/>
            <p14:sldId id="342"/>
            <p14:sldId id="346"/>
            <p14:sldId id="3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0F172A"/>
    <a:srgbClr val="334155"/>
    <a:srgbClr val="14B8A6"/>
    <a:srgbClr val="1E293B"/>
    <a:srgbClr val="FFFFFF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572549-9237-46F3-AC9B-15E27B387EFE}" v="107" dt="2026-06-14T14:16:31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86650" autoAdjust="0"/>
  </p:normalViewPr>
  <p:slideViewPr>
    <p:cSldViewPr snapToGrid="0" snapToObjects="1">
      <p:cViewPr>
        <p:scale>
          <a:sx n="125" d="100"/>
          <a:sy n="125" d="100"/>
        </p:scale>
        <p:origin x="750" y="180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3F7D-9B8B-70BD-2044-3AAD68FA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B48AF4-8095-1126-8AF6-A0021B9D4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2BB81D-DFA4-4AC6-112A-7A0C1CC6F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6999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D92F-51EC-4612-9C45-CC7B24008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79F72-BB36-ADE6-3116-57E967E1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AFCA40-0DA7-6C01-FE1A-0FD75A0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125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vereinfachte</a:t>
            </a:r>
            <a:r>
              <a:rPr lang="en-US" dirty="0"/>
              <a:t> </a:t>
            </a:r>
            <a:r>
              <a:rPr lang="en-US" dirty="0" err="1"/>
              <a:t>Obergrenze</a:t>
            </a:r>
            <a:r>
              <a:rPr lang="en-US" dirty="0"/>
              <a:t> der Q-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Einträge</a:t>
            </a:r>
            <a:r>
              <a:rPr lang="en-US" dirty="0"/>
              <a:t>: 131880 = 280 * 471 </a:t>
            </a:r>
            <a:endParaRPr lang="de-DE" dirty="0"/>
          </a:p>
          <a:p>
            <a:r>
              <a:rPr lang="en-US" dirty="0"/>
              <a:t>(</a:t>
            </a:r>
            <a:r>
              <a:rPr lang="en-US" dirty="0" err="1"/>
              <a:t>mögliche</a:t>
            </a:r>
            <a:r>
              <a:rPr lang="en-US" dirty="0"/>
              <a:t> </a:t>
            </a:r>
            <a:r>
              <a:rPr lang="en-US" dirty="0" err="1"/>
              <a:t>Kombinationen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RC-Bucket und TC-Bucket </a:t>
            </a:r>
            <a:r>
              <a:rPr lang="en-US" dirty="0" err="1"/>
              <a:t>summiert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Deck Bucket) * </a:t>
            </a:r>
            <a:r>
              <a:rPr lang="en-US" dirty="0" err="1"/>
              <a:t>mögliche</a:t>
            </a:r>
            <a:r>
              <a:rPr lang="en-US" dirty="0"/>
              <a:t> Baseline </a:t>
            </a:r>
            <a:r>
              <a:rPr lang="en-US" dirty="0" err="1"/>
              <a:t>Kombinationen</a:t>
            </a:r>
            <a:endParaRPr lang="de-DE" dirty="0" err="1"/>
          </a:p>
          <a:p>
            <a:r>
              <a:rPr lang="en-US" dirty="0"/>
              <a:t>da nicht </a:t>
            </a:r>
            <a:r>
              <a:rPr lang="en-US" dirty="0" err="1"/>
              <a:t>jede</a:t>
            </a:r>
            <a:r>
              <a:rPr lang="en-US" dirty="0"/>
              <a:t> der 471 </a:t>
            </a:r>
            <a:r>
              <a:rPr lang="en-US" dirty="0" err="1"/>
              <a:t>Kombinationen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280 </a:t>
            </a:r>
            <a:r>
              <a:rPr lang="en-US" dirty="0" err="1"/>
              <a:t>kombinierbar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Obergrenze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11117336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873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25DCF-9858-202A-830A-927C72D57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C8B403-2992-3028-CF84-D6B39196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9435E8-462D-68BB-8470-5A80B2841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55469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Nicht relevant </a:t>
            </a:r>
            <a:r>
              <a:rPr lang="en-US" dirty="0" err="1">
                <a:latin typeface="Calibri"/>
                <a:ea typeface="Calibri"/>
                <a:cs typeface="Calibri"/>
              </a:rPr>
              <a:t>momentan</a:t>
            </a:r>
            <a:r>
              <a:rPr lang="en-US" dirty="0">
                <a:latin typeface="Calibri"/>
                <a:ea typeface="Calibri"/>
                <a:cs typeface="Calibri"/>
              </a:rPr>
              <a:t>, erst </a:t>
            </a:r>
            <a:r>
              <a:rPr lang="en-US" dirty="0" err="1">
                <a:latin typeface="Calibri"/>
                <a:ea typeface="Calibri"/>
                <a:cs typeface="Calibri"/>
              </a:rPr>
              <a:t>bei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realistischerer</a:t>
            </a:r>
            <a:r>
              <a:rPr lang="en-US" dirty="0">
                <a:latin typeface="Calibri"/>
                <a:ea typeface="Calibri"/>
                <a:cs typeface="Calibri"/>
              </a:rPr>
              <a:t> Blackjack Umgebung:</a:t>
            </a:r>
          </a:p>
          <a:p>
            <a:r>
              <a:rPr lang="en-US" dirty="0">
                <a:latin typeface="Calibri"/>
                <a:ea typeface="Calibri"/>
                <a:cs typeface="Calibri"/>
              </a:rPr>
              <a:t>Multi-Agent-Ansatz um </a:t>
            </a:r>
            <a:r>
              <a:rPr lang="en-US" dirty="0" err="1">
                <a:latin typeface="Calibri"/>
                <a:ea typeface="Calibri"/>
                <a:cs typeface="Calibri"/>
              </a:rPr>
              <a:t>Aktionen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wie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Einsätze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setzen</a:t>
            </a:r>
            <a:r>
              <a:rPr lang="en-US" dirty="0">
                <a:latin typeface="Calibri"/>
                <a:ea typeface="Calibri"/>
                <a:cs typeface="Calibri"/>
              </a:rPr>
              <a:t> und Karten </a:t>
            </a:r>
            <a:r>
              <a:rPr lang="en-US" dirty="0" err="1">
                <a:latin typeface="Calibri"/>
                <a:ea typeface="Calibri"/>
                <a:cs typeface="Calibri"/>
              </a:rPr>
              <a:t>spielen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zu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trennen</a:t>
            </a:r>
          </a:p>
          <a:p>
            <a:r>
              <a:rPr lang="en-US" dirty="0" err="1">
                <a:latin typeface="Calibri"/>
                <a:ea typeface="Calibri"/>
                <a:cs typeface="Calibri"/>
              </a:rPr>
              <a:t>Würde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bei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korrekter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Implementierung</a:t>
            </a:r>
            <a:r>
              <a:rPr lang="en-US" dirty="0">
                <a:latin typeface="Calibri"/>
                <a:ea typeface="Calibri"/>
                <a:cs typeface="Calibri"/>
              </a:rPr>
              <a:t> Counting </a:t>
            </a:r>
            <a:r>
              <a:rPr lang="en-US" dirty="0" err="1">
                <a:latin typeface="Calibri"/>
                <a:ea typeface="Calibri"/>
                <a:cs typeface="Calibri"/>
              </a:rPr>
              <a:t>Vorteil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signifikanter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machen</a:t>
            </a:r>
          </a:p>
        </p:txBody>
      </p:sp>
    </p:spTree>
    <p:extLst>
      <p:ext uri="{BB962C8B-B14F-4D97-AF65-F5344CB8AC3E}">
        <p14:creationId xmlns:p14="http://schemas.microsoft.com/office/powerpoint/2010/main" val="676316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Running </a:t>
            </a: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zum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D5C14E3-39F1-D5C5-F5B2-C2DDA7D0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27804"/>
              </p:ext>
            </p:extLst>
          </p:nvPr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4602EFD5-BF84-52CC-A4D5-E7322336C2E8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9474947B-16FD-441D-8DA6-ABABE9D24802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413A66FD-84ED-CFDB-1E2B-D197F8438CA3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A6634314-7B06-E9FE-6C5F-6CAD29F3641E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55F77BF7-3C19-7288-7664-22FB96542EB0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16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37ECFDA-5DEC-BE2F-3C70-8F1A3130AEAC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66DFF23E-85AF-B4E3-2D6C-9F6E5360C74B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Nein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19C1C6-3EDB-D29A-EA82-8702FEB005A3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B8288AA-273E-381E-6789-2D5870CE2AC4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9AB8767-F8E8-A06C-8291-ADB09FCD48D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2BB797D4-588F-488C-E595-05C4593C9EA5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(16, 10, False)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ED55F2-DA96-70D2-A9E0-279DF66A4A50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6">
            <a:extLst>
              <a:ext uri="{FF2B5EF4-FFF2-40B4-BE49-F238E27FC236}">
                <a16:creationId xmlns:a16="http://schemas.microsoft.com/office/drawing/2014/main" id="{7BE9949F-7ED4-44EA-BCE9-25EF6C1627A4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44" name="Tabelle 43">
            <a:extLst>
              <a:ext uri="{FF2B5EF4-FFF2-40B4-BE49-F238E27FC236}">
                <a16:creationId xmlns:a16="http://schemas.microsoft.com/office/drawing/2014/main" id="{7CA82802-E1FA-5979-9417-DACFB6942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813763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5DE59-1CD3-E37E-5CEA-7A21FCDD9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8F87028-33A4-08AD-3471-CD920D48C8D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DC573-3982-1FE9-7C6F-EA7DCF63166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1CCCF6-9A25-77C0-BBAC-227F7B2257D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A9C00BE-17DB-A212-CDBF-4F6FD758D74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8FB5AEB-29D8-E37A-A668-58CEDBEF77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FD9B6-5B06-5848-1A2A-5F3E530A7A8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ACF7B574-0A3E-3D79-AF28-2F28AC00E2FB}"/>
              </a:ext>
            </a:extLst>
          </p:cNvPr>
          <p:cNvGraphicFramePr>
            <a:graphicFrameLocks noGrp="1"/>
          </p:cNvGraphicFramePr>
          <p:nvPr/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618A40C6-6EFE-EC93-7496-4DE82459EA1B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70A3BEAD-68AD-513B-05D7-B21D86D5BD3A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32F3F93B-219A-545C-86E2-88C2B9652B80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D25D1EDD-690A-5A26-4963-FFE1377BF3FF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E6B3F7DD-1DA1-D412-E4FB-3200D04F2329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13036B5-9BEC-2915-1A8A-AD393FEC32D5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42D6334A-7BDC-708C-D684-81E3DB1A7B2E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D6AC5C-3C00-8B82-086A-3894FBEB512B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46D53907-BCED-5657-1060-EC9865CADF4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50CA29-7455-370E-04C7-08D119DB214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90624CA7-A5C5-4E94-2581-199E1D294FEC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6412083-8997-B244-FF17-F5ECBFE1C68C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7FA6AE83-B195-60BF-BB5F-F8D8CA9E1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069317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2" name="Text 16">
            <a:extLst>
              <a:ext uri="{FF2B5EF4-FFF2-40B4-BE49-F238E27FC236}">
                <a16:creationId xmlns:a16="http://schemas.microsoft.com/office/drawing/2014/main" id="{F8A82726-B231-87F7-4F5C-C8EFEE3A40B0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4FD3CE-4919-DB87-558C-1A939B2D1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09322"/>
              </p:ext>
            </p:extLst>
          </p:nvPr>
        </p:nvGraphicFramePr>
        <p:xfrm>
          <a:off x="4986559" y="269462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AA6D5E7C-752C-4399-5FBD-E0862A7BD62C}"/>
              </a:ext>
            </a:extLst>
          </p:cNvPr>
          <p:cNvSpPr txBox="1"/>
          <p:nvPr/>
        </p:nvSpPr>
        <p:spPr>
          <a:xfrm>
            <a:off x="6230329" y="3529865"/>
            <a:ext cx="18816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</a:p>
          <a:p>
            <a:pPr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de-DE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7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/>
                <a:ea typeface="Cambria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/>
                <a:ea typeface="Cambria"/>
              </a:rPr>
              <a:t>: 113,760 Zustände</a:t>
            </a:r>
            <a:endParaRPr lang="en-US" sz="2600" dirty="0">
              <a:solidFill>
                <a:srgbClr val="FFFFFF"/>
              </a:solidFill>
              <a:latin typeface="Cambria"/>
              <a:ea typeface="Cambria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/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806715E4-58AD-5C05-DCAB-6F0E541B128C}"/>
              </a:ext>
            </a:extLst>
          </p:cNvPr>
          <p:cNvSpPr/>
          <p:nvPr/>
        </p:nvSpPr>
        <p:spPr>
          <a:xfrm>
            <a:off x="4643795" y="2025909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B31DB957-2698-DBC6-D4A2-E341679525B8}"/>
              </a:ext>
            </a:extLst>
          </p:cNvPr>
          <p:cNvSpPr/>
          <p:nvPr/>
        </p:nvSpPr>
        <p:spPr>
          <a:xfrm>
            <a:off x="6102300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754D9BCC-A202-0F27-AA40-82976EA0366D}"/>
              </a:ext>
            </a:extLst>
          </p:cNvPr>
          <p:cNvSpPr/>
          <p:nvPr/>
        </p:nvSpPr>
        <p:spPr>
          <a:xfrm>
            <a:off x="7560806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F6D23734-7542-AA31-8B9C-55F7C46A4512}"/>
              </a:ext>
            </a:extLst>
          </p:cNvPr>
          <p:cNvSpPr/>
          <p:nvPr/>
        </p:nvSpPr>
        <p:spPr>
          <a:xfrm>
            <a:off x="229109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2E57CAB4-0E27-994C-0C5B-742A34AF60CA}"/>
              </a:ext>
            </a:extLst>
          </p:cNvPr>
          <p:cNvSpPr/>
          <p:nvPr/>
        </p:nvSpPr>
        <p:spPr>
          <a:xfrm>
            <a:off x="1687615" y="2027552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A2D2BF1C-B30D-2ACD-F166-435B2F864A70}"/>
              </a:ext>
            </a:extLst>
          </p:cNvPr>
          <p:cNvSpPr/>
          <p:nvPr/>
        </p:nvSpPr>
        <p:spPr>
          <a:xfrm>
            <a:off x="3134672" y="2025909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2E93D432-1160-B283-B055-4F2C5B9A063F}"/>
              </a:ext>
            </a:extLst>
          </p:cNvPr>
          <p:cNvSpPr/>
          <p:nvPr/>
        </p:nvSpPr>
        <p:spPr>
          <a:xfrm>
            <a:off x="5130966" y="254546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83501F9A-24D0-AF91-B5ED-5C408099FA43}"/>
              </a:ext>
            </a:extLst>
          </p:cNvPr>
          <p:cNvSpPr/>
          <p:nvPr/>
        </p:nvSpPr>
        <p:spPr>
          <a:xfrm>
            <a:off x="6589471" y="255164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FB96E13C-7EFC-3F67-A485-07A19B3D64BD}"/>
              </a:ext>
            </a:extLst>
          </p:cNvPr>
          <p:cNvSpPr/>
          <p:nvPr/>
        </p:nvSpPr>
        <p:spPr>
          <a:xfrm>
            <a:off x="8073549" y="255575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8EC1D48E-6BB4-E6B5-3C7B-5C3A48F0BB95}"/>
              </a:ext>
            </a:extLst>
          </p:cNvPr>
          <p:cNvSpPr/>
          <p:nvPr/>
        </p:nvSpPr>
        <p:spPr>
          <a:xfrm>
            <a:off x="718558" y="2563972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6269C196-00B0-D0A4-C678-FFF61F9E65F8}"/>
              </a:ext>
            </a:extLst>
          </p:cNvPr>
          <p:cNvSpPr/>
          <p:nvPr/>
        </p:nvSpPr>
        <p:spPr>
          <a:xfrm>
            <a:off x="225949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E6CBC79F-072A-44A8-7B57-407646EBED4D}"/>
              </a:ext>
            </a:extLst>
          </p:cNvPr>
          <p:cNvSpPr/>
          <p:nvPr/>
        </p:nvSpPr>
        <p:spPr>
          <a:xfrm>
            <a:off x="362141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6069B98D-EEBF-C0D5-2AF7-BF00F7825DB6}"/>
              </a:ext>
            </a:extLst>
          </p:cNvPr>
          <p:cNvSpPr/>
          <p:nvPr/>
        </p:nvSpPr>
        <p:spPr>
          <a:xfrm>
            <a:off x="3738427" y="34333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8126A99-F06A-54E4-9977-FFA0246C16BC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290038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94C4DF-5CCB-A947-E849-06F6B5FC0772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2902399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FE55ABB8-5306-6EF9-5639-ACA5880B3A96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2902399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0B91B9A-DE64-F88E-3C52-247662D8042F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2881879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5E22C9DF-7324-40CC-60E8-006595592FD2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2888058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A01A9C0-F11A-0373-5AB0-BA05E2FE6154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2892167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781A67BC-074E-6F7B-8A7A-FCB6FA5A3DB7}"/>
              </a:ext>
            </a:extLst>
          </p:cNvPr>
          <p:cNvSpPr/>
          <p:nvPr/>
        </p:nvSpPr>
        <p:spPr>
          <a:xfrm>
            <a:off x="3438762" y="42806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DB6E167-1990-BDE0-C8A9-BA42AA67E62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38706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e 46">
            <a:extLst>
              <a:ext uri="{FF2B5EF4-FFF2-40B4-BE49-F238E27FC236}">
                <a16:creationId xmlns:a16="http://schemas.microsoft.com/office/drawing/2014/main" id="{497EF9F4-18FC-6EE2-F7C1-B281662B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070246"/>
              </p:ext>
            </p:extLst>
          </p:nvPr>
        </p:nvGraphicFramePr>
        <p:xfrm>
          <a:off x="364689" y="60389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48" name="Tabelle 47">
            <a:extLst>
              <a:ext uri="{FF2B5EF4-FFF2-40B4-BE49-F238E27FC236}">
                <a16:creationId xmlns:a16="http://schemas.microsoft.com/office/drawing/2014/main" id="{FB6C0770-5D52-9C6F-B0CB-0C40C433F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73511"/>
              </p:ext>
            </p:extLst>
          </p:nvPr>
        </p:nvGraphicFramePr>
        <p:xfrm>
          <a:off x="364689" y="65324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9" name="Text 16">
            <a:extLst>
              <a:ext uri="{FF2B5EF4-FFF2-40B4-BE49-F238E27FC236}">
                <a16:creationId xmlns:a16="http://schemas.microsoft.com/office/drawing/2014/main" id="{78AA4B05-55C8-13DB-122F-0C8BF89A62C1}"/>
              </a:ext>
            </a:extLst>
          </p:cNvPr>
          <p:cNvSpPr>
            <a:spLocks noGrp="1"/>
          </p:cNvSpPr>
          <p:nvPr/>
        </p:nvSpPr>
        <p:spPr>
          <a:xfrm>
            <a:off x="364689" y="56801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9" grpId="0" animBg="1"/>
      <p:bldP spid="20" grpId="0" animBg="1"/>
      <p:bldP spid="21" grpId="0" animBg="1"/>
      <p:bldP spid="25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F3DA-24F5-0D62-845F-EA14845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46FAEE-0418-B09B-ABE4-0A2E0205EB0E}"/>
              </a:ext>
            </a:extLst>
          </p:cNvPr>
          <p:cNvSpPr/>
          <p:nvPr/>
        </p:nvSpPr>
        <p:spPr>
          <a:xfrm>
            <a:off x="0" y="-332740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E8C87F-B455-4B79-60AF-EB7396CC61C3}"/>
              </a:ext>
            </a:extLst>
          </p:cNvPr>
          <p:cNvSpPr/>
          <p:nvPr/>
        </p:nvSpPr>
        <p:spPr>
          <a:xfrm>
            <a:off x="0" y="-332740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EA3AFC-ECB1-AC70-57B7-0525F2F7A62F}"/>
              </a:ext>
            </a:extLst>
          </p:cNvPr>
          <p:cNvSpPr/>
          <p:nvPr/>
        </p:nvSpPr>
        <p:spPr>
          <a:xfrm>
            <a:off x="457200" y="-3053080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/>
                <a:ea typeface="Cambria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/>
                <a:ea typeface="Cambria"/>
              </a:rPr>
              <a:t>: 113,760 Zustände</a:t>
            </a:r>
            <a:endParaRPr lang="en-US" sz="2600" dirty="0">
              <a:solidFill>
                <a:srgbClr val="FFFFFF"/>
              </a:solidFill>
              <a:latin typeface="Cambria"/>
              <a:ea typeface="Cambria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BA07E66-B331-245D-41E2-733BEDB13B62}"/>
              </a:ext>
            </a:extLst>
          </p:cNvPr>
          <p:cNvSpPr/>
          <p:nvPr/>
        </p:nvSpPr>
        <p:spPr>
          <a:xfrm>
            <a:off x="6367670" y="-3272536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3077DF5-7E59-B74B-0F8A-C211FB0DBDD2}"/>
              </a:ext>
            </a:extLst>
          </p:cNvPr>
          <p:cNvSpPr/>
          <p:nvPr/>
        </p:nvSpPr>
        <p:spPr>
          <a:xfrm>
            <a:off x="3412435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7558883-E56F-F0F8-B54A-4FCFCBB4D9FB}"/>
              </a:ext>
            </a:extLst>
          </p:cNvPr>
          <p:cNvSpPr/>
          <p:nvPr/>
        </p:nvSpPr>
        <p:spPr>
          <a:xfrm>
            <a:off x="457200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/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3109D946-10BA-7DBC-5505-986238CC30BB}"/>
              </a:ext>
            </a:extLst>
          </p:cNvPr>
          <p:cNvSpPr/>
          <p:nvPr/>
        </p:nvSpPr>
        <p:spPr>
          <a:xfrm>
            <a:off x="4643795" y="-1301491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98BE1E3-6716-F55C-F35B-94D2C7C75E9B}"/>
              </a:ext>
            </a:extLst>
          </p:cNvPr>
          <p:cNvSpPr/>
          <p:nvPr/>
        </p:nvSpPr>
        <p:spPr>
          <a:xfrm>
            <a:off x="6102300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4F0F5FB4-690A-E163-3E0B-F1A0875F2AC9}"/>
              </a:ext>
            </a:extLst>
          </p:cNvPr>
          <p:cNvSpPr/>
          <p:nvPr/>
        </p:nvSpPr>
        <p:spPr>
          <a:xfrm>
            <a:off x="7560806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8A76FD13-735F-788E-2FF0-0894AD9E8F1A}"/>
              </a:ext>
            </a:extLst>
          </p:cNvPr>
          <p:cNvSpPr/>
          <p:nvPr/>
        </p:nvSpPr>
        <p:spPr>
          <a:xfrm>
            <a:off x="229109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4E7B3A08-02F3-4D96-D47D-9310D29D7D35}"/>
              </a:ext>
            </a:extLst>
          </p:cNvPr>
          <p:cNvSpPr/>
          <p:nvPr/>
        </p:nvSpPr>
        <p:spPr>
          <a:xfrm>
            <a:off x="1687615" y="-1299848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099B6C5A-6AF2-4E34-63D8-26600566AD64}"/>
              </a:ext>
            </a:extLst>
          </p:cNvPr>
          <p:cNvSpPr/>
          <p:nvPr/>
        </p:nvSpPr>
        <p:spPr>
          <a:xfrm>
            <a:off x="3134672" y="-1301491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5837A810-BE91-E2A2-EBC2-660E10443DBC}"/>
              </a:ext>
            </a:extLst>
          </p:cNvPr>
          <p:cNvSpPr/>
          <p:nvPr/>
        </p:nvSpPr>
        <p:spPr>
          <a:xfrm>
            <a:off x="5130966" y="-78193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20CD5563-10EF-85CC-143C-DA6F899872A5}"/>
              </a:ext>
            </a:extLst>
          </p:cNvPr>
          <p:cNvSpPr/>
          <p:nvPr/>
        </p:nvSpPr>
        <p:spPr>
          <a:xfrm>
            <a:off x="6589471" y="-77575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3138FB15-79F4-6465-290E-0213046FF1E1}"/>
              </a:ext>
            </a:extLst>
          </p:cNvPr>
          <p:cNvSpPr/>
          <p:nvPr/>
        </p:nvSpPr>
        <p:spPr>
          <a:xfrm>
            <a:off x="8073549" y="-77164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BE85EC6F-7547-7284-C8EC-E57A24E9C897}"/>
              </a:ext>
            </a:extLst>
          </p:cNvPr>
          <p:cNvSpPr/>
          <p:nvPr/>
        </p:nvSpPr>
        <p:spPr>
          <a:xfrm>
            <a:off x="718558" y="-763428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4BA6FFC2-F193-E1D3-D9B3-E3E41BFA15D1}"/>
              </a:ext>
            </a:extLst>
          </p:cNvPr>
          <p:cNvSpPr/>
          <p:nvPr/>
        </p:nvSpPr>
        <p:spPr>
          <a:xfrm>
            <a:off x="225949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D1DE867-B89F-8A8C-BD04-67B37FF6D53C}"/>
              </a:ext>
            </a:extLst>
          </p:cNvPr>
          <p:cNvSpPr/>
          <p:nvPr/>
        </p:nvSpPr>
        <p:spPr>
          <a:xfrm>
            <a:off x="362141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4833D91F-7157-FFE0-5D39-A3080619E576}"/>
              </a:ext>
            </a:extLst>
          </p:cNvPr>
          <p:cNvSpPr/>
          <p:nvPr/>
        </p:nvSpPr>
        <p:spPr>
          <a:xfrm>
            <a:off x="3738427" y="1059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C915ED5-AEA8-EA04-27F4-B8A2850DBC1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-42701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54B15A7-4548-3C33-2380-BEA829563959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-425001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08A7702-C0F7-8A3D-2317-A6121F36A8A1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-425001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1C86C249-863E-0828-0A70-BD73F6D4DEB9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-445521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0C7EDE9-83C1-A3B1-FCE7-5DFB6350830B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-439342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D121A4C-64EA-CBFF-CF3B-9DDE15BBA37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-435233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BBC306FF-2A0D-B1F2-DAA8-202BC2CC1314}"/>
              </a:ext>
            </a:extLst>
          </p:cNvPr>
          <p:cNvSpPr/>
          <p:nvPr/>
        </p:nvSpPr>
        <p:spPr>
          <a:xfrm>
            <a:off x="3438762" y="9532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72EC4F06-25DB-9356-5A9D-863AB0EB54B7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5432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34BEFBC-E441-0943-B3B7-4332D0B0B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00799"/>
              </p:ext>
            </p:extLst>
          </p:nvPr>
        </p:nvGraphicFramePr>
        <p:xfrm>
          <a:off x="364689" y="18352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D1BB8014-274F-F9AE-9F5C-3C5EF8A97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208245"/>
              </p:ext>
            </p:extLst>
          </p:nvPr>
        </p:nvGraphicFramePr>
        <p:xfrm>
          <a:off x="364689" y="23287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4" name="Text 16">
            <a:extLst>
              <a:ext uri="{FF2B5EF4-FFF2-40B4-BE49-F238E27FC236}">
                <a16:creationId xmlns:a16="http://schemas.microsoft.com/office/drawing/2014/main" id="{92614194-5381-4892-05CA-174947D93E2A}"/>
              </a:ext>
            </a:extLst>
          </p:cNvPr>
          <p:cNvSpPr>
            <a:spLocks noGrp="1"/>
          </p:cNvSpPr>
          <p:nvPr/>
        </p:nvSpPr>
        <p:spPr>
          <a:xfrm>
            <a:off x="364689" y="14764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7A416BD-3E13-D5A3-B2E3-682B30252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7624"/>
              </p:ext>
            </p:extLst>
          </p:nvPr>
        </p:nvGraphicFramePr>
        <p:xfrm>
          <a:off x="365127" y="3028036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True, 12, 3, 2)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0.845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-0.612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27" name="Textfeld 26">
            <a:extLst>
              <a:ext uri="{FF2B5EF4-FFF2-40B4-BE49-F238E27FC236}">
                <a16:creationId xmlns:a16="http://schemas.microsoft.com/office/drawing/2014/main" id="{F747AB64-38C7-7379-831C-EF67E9BDF063}"/>
              </a:ext>
            </a:extLst>
          </p:cNvPr>
          <p:cNvSpPr txBox="1"/>
          <p:nvPr/>
        </p:nvSpPr>
        <p:spPr>
          <a:xfrm>
            <a:off x="5130966" y="1800668"/>
            <a:ext cx="34013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Inter"/>
              </a:rPr>
              <a:t>113.760</a:t>
            </a:r>
          </a:p>
          <a:p>
            <a:pPr algn="ctr"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Inter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graphicFrame>
        <p:nvGraphicFramePr>
          <p:cNvPr id="30" name="Tabelle 29">
            <a:extLst>
              <a:ext uri="{FF2B5EF4-FFF2-40B4-BE49-F238E27FC236}">
                <a16:creationId xmlns:a16="http://schemas.microsoft.com/office/drawing/2014/main" id="{A81EC016-E035-5C91-1017-B375F32D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22986"/>
              </p:ext>
            </p:extLst>
          </p:nvPr>
        </p:nvGraphicFramePr>
        <p:xfrm>
          <a:off x="365127" y="3727354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...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29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4431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E2206-1E7C-01BC-258B-1EF0D47F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890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99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890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A47DF033-E177-36DB-565D-FC9DC582B3E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AD0A3A5-1905-2279-4480-5E9E62EEA29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0CB61E-C390-4CDE-DB33-978928416A8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807125-85EE-114B-F3C6-4FABC3A003C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5DCCBAB-9AB8-C5C6-4031-D7DF7C52EA7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046A376-10AF-301F-20D6-CB76B2EC74F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1BE3B96A-923E-1708-B0D6-F447CB1F7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09641"/>
              </p:ext>
            </p:extLst>
          </p:nvPr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19F408E5-B744-7772-1466-86E16675F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17618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1F52A897-9D06-930E-96AA-C940367A13F2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AA45CC0-3C35-909F-0015-4A0A869F6BA8}"/>
              </a:ext>
            </a:extLst>
          </p:cNvPr>
          <p:cNvSpPr/>
          <p:nvPr/>
        </p:nvSpPr>
        <p:spPr>
          <a:xfrm>
            <a:off x="5727590" y="2127405"/>
            <a:ext cx="746760" cy="61685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3847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uiExpand="1" build="allAtOnce" animBg="1"/>
      <p:bldP spid="18" grpId="0" animBg="1"/>
      <p:bldP spid="19" grpId="0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D61A-A1C2-2E85-D612-E6190E1F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890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99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890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0D518B4C-F4E0-A494-37DD-0B286F4CCB7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C74C28-21A4-D39B-17C5-72479B26B5C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29092F-ABD5-55D5-C542-182A0F125CC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36E695-C42F-82C4-6B54-5836E58DF13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A70E644-0BE0-60B8-03B5-D5AFFF8E171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5AE4010-50B3-2CC9-C497-D3479533E4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C22F326B-A39B-B787-1CD8-E63016C28BC2}"/>
              </a:ext>
            </a:extLst>
          </p:cNvPr>
          <p:cNvGraphicFramePr>
            <a:graphicFrameLocks noGrp="1"/>
          </p:cNvGraphicFramePr>
          <p:nvPr/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D4606668-E75E-433B-9BA3-FE88080AF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56036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.8911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98CB13B3-4B20-8732-A414-EDD96FA1DCEB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15E5495-49F5-AA69-FDAF-DEEF1B1EC2F7}"/>
              </a:ext>
            </a:extLst>
          </p:cNvPr>
          <p:cNvCxnSpPr>
            <a:cxnSpLocks/>
          </p:cNvCxnSpPr>
          <p:nvPr/>
        </p:nvCxnSpPr>
        <p:spPr>
          <a:xfrm flipV="1">
            <a:off x="4876800" y="2571750"/>
            <a:ext cx="1074420" cy="120777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78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7" name="!!6">
            <a:extLst>
              <a:ext uri="{FF2B5EF4-FFF2-40B4-BE49-F238E27FC236}">
                <a16:creationId xmlns:a16="http://schemas.microsoft.com/office/drawing/2014/main" id="{E04853E5-F2A7-0CF9-DCBB-0733C9AE7BEF}"/>
              </a:ext>
            </a:extLst>
          </p:cNvPr>
          <p:cNvSpPr>
            <a:spLocks/>
          </p:cNvSpPr>
          <p:nvPr/>
        </p:nvSpPr>
        <p:spPr>
          <a:xfrm>
            <a:off x="365760" y="1181100"/>
            <a:ext cx="393192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3BD1A09-7EC3-D5DB-833E-DA716BCDDE1C}"/>
              </a:ext>
            </a:extLst>
          </p:cNvPr>
          <p:cNvSpPr/>
          <p:nvPr/>
        </p:nvSpPr>
        <p:spPr>
          <a:xfrm>
            <a:off x="502920" y="13182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Vorteil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Volle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Nachvollziehbarkeit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5">
            <a:extLst>
              <a:ext uri="{FF2B5EF4-FFF2-40B4-BE49-F238E27FC236}">
                <a16:creationId xmlns:a16="http://schemas.microsoft.com/office/drawing/2014/main" id="{253E6FE5-7EFE-763D-05F0-9E556B18467E}"/>
              </a:ext>
            </a:extLst>
          </p:cNvPr>
          <p:cNvSpPr/>
          <p:nvPr/>
        </p:nvSpPr>
        <p:spPr>
          <a:xfrm>
            <a:off x="4663440" y="1181100"/>
            <a:ext cx="411480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C943B9E-1968-8D67-BB95-0D351BF4D37F}"/>
              </a:ext>
            </a:extLst>
          </p:cNvPr>
          <p:cNvSpPr/>
          <p:nvPr/>
        </p:nvSpPr>
        <p:spPr>
          <a:xfrm>
            <a:off x="4800600" y="13182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Fehlende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Generalisierung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56BC5B5D-5034-6B6B-2FD8-A7879D871EEC}"/>
              </a:ext>
            </a:extLst>
          </p:cNvPr>
          <p:cNvSpPr/>
          <p:nvPr/>
        </p:nvSpPr>
        <p:spPr>
          <a:xfrm>
            <a:off x="4800600" y="18943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F1777A48-BA08-60FE-882E-EFF5163FC451}"/>
              </a:ext>
            </a:extLst>
          </p:cNvPr>
          <p:cNvSpPr/>
          <p:nvPr/>
        </p:nvSpPr>
        <p:spPr>
          <a:xfrm>
            <a:off x="5257800" y="1880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Wissenstransfer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A3F9B571-BF85-78ED-C1A1-0F2857FDEC05}"/>
              </a:ext>
            </a:extLst>
          </p:cNvPr>
          <p:cNvSpPr/>
          <p:nvPr/>
        </p:nvSpPr>
        <p:spPr>
          <a:xfrm>
            <a:off x="4800600" y="23210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96299CB-C33A-677A-25DB-61E2E10FC446}"/>
              </a:ext>
            </a:extLst>
          </p:cNvPr>
          <p:cNvSpPr/>
          <p:nvPr/>
        </p:nvSpPr>
        <p:spPr>
          <a:xfrm>
            <a:off x="5257800" y="228447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Kaltstart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-Problem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764CD69-675E-DDE7-7D66-18EF2F135471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78FBDC5-6CDC-2CCC-D875-CE8E14662FD0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CD3933-CE8B-CC25-9ED1-BA06A95AC1A0}"/>
              </a:ext>
            </a:extLst>
          </p:cNvPr>
          <p:cNvSpPr/>
          <p:nvPr/>
        </p:nvSpPr>
        <p:spPr>
          <a:xfrm>
            <a:off x="960120" y="19796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Direkte</a:t>
            </a: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Prüfbarkeit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A37A1220-E2B0-5813-3672-225CF29EA247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231C768-D483-1E77-ACA6-B179AF0D46B9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D75A3CF-F197-9093-5DEC-45F1C3D84DF6}"/>
              </a:ext>
            </a:extLst>
          </p:cNvPr>
          <p:cNvSpPr/>
          <p:nvPr/>
        </p:nvSpPr>
        <p:spPr>
          <a:xfrm>
            <a:off x="960120" y="25679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White-Box-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Kombination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8950B51-FBA5-E534-EC48-0E4D7353D139}"/>
              </a:ext>
            </a:extLst>
          </p:cNvPr>
          <p:cNvSpPr/>
          <p:nvPr/>
        </p:nvSpPr>
        <p:spPr>
          <a:xfrm>
            <a:off x="4800600" y="27401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D56F3074-45B1-0509-8047-E83FFA079059}"/>
              </a:ext>
            </a:extLst>
          </p:cNvPr>
          <p:cNvSpPr/>
          <p:nvPr/>
        </p:nvSpPr>
        <p:spPr>
          <a:xfrm>
            <a:off x="5257800" y="27006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Explosion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beim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38E6627F-1EFE-8806-0ED5-574CB9A23D5A}"/>
              </a:ext>
            </a:extLst>
          </p:cNvPr>
          <p:cNvSpPr/>
          <p:nvPr/>
        </p:nvSpPr>
        <p:spPr>
          <a:xfrm>
            <a:off x="4800600" y="1833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DC5CBA5C-E732-02D2-A678-DF3AC26CC566}"/>
              </a:ext>
            </a:extLst>
          </p:cNvPr>
          <p:cNvSpPr/>
          <p:nvPr/>
        </p:nvSpPr>
        <p:spPr>
          <a:xfrm>
            <a:off x="4800600" y="2260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E1F1DBD9-0020-33B1-AFD1-D6A4498410AC}"/>
              </a:ext>
            </a:extLst>
          </p:cNvPr>
          <p:cNvSpPr/>
          <p:nvPr/>
        </p:nvSpPr>
        <p:spPr>
          <a:xfrm>
            <a:off x="4800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/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𝑻𝒆𝒄𝒉𝒏𝒊𝒔𝒄𝒉𝒆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𝑰𝒎𝒑𝒍𝒆𝒎𝒆𝒏𝒕𝒊𝒆𝒓𝒖𝒏𝒈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𝒃𝒆𝒊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𝑮𝒍𝒆𝒊𝒄𝒉𝒔𝒕𝒂𝒏𝒅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: </m:t>
                      </m:r>
                    </m:oMath>
                  </m:oMathPara>
                </a14:m>
                <a:endParaRPr lang="en-GB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𝑊𝑒𝑛𝑛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𝑢𝑛𝑑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𝐻𝑖𝑡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𝑑𝑒𝑛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𝑒𝑥𝑎𝑘𝑡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𝑔𝑙𝑒𝑖𝑐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𝑎𝑢𝑓𝑤𝑒𝑖𝑠𝑒𝑛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𝑏𝑒𝑖𝑚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𝑆𝑡𝑎𝑟𝑡𝑤𝑒𝑟𝑡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de-DE" sz="12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12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𝑙𝑡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𝑑𝑖𝑒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𝐹𝑢𝑛𝑘𝑡𝑖𝑜𝑛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𝑡𝑒𝑐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𝑛𝑖𝑠𝑐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𝑏𝑒𝑑𝑖𝑛𝑔𝑡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𝑠𝑡𝑎𝑛𝑑𝑎𝑟𝑑𝑚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𝑖𝑔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𝑖𝑚𝑚𝑒𝑟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sz="900" b="1" i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47699ABA-27EC-848F-3D9F-CB534D44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39395"/>
              </p:ext>
            </p:extLst>
          </p:nvPr>
        </p:nvGraphicFramePr>
        <p:xfrm>
          <a:off x="3093720" y="1284608"/>
          <a:ext cx="5818419" cy="3262310"/>
        </p:xfrm>
        <a:graphic>
          <a:graphicData uri="http://schemas.openxmlformats.org/drawingml/2006/table">
            <a:tbl>
              <a:tblPr/>
              <a:tblGrid>
                <a:gridCol w="1629593">
                  <a:extLst>
                    <a:ext uri="{9D8B030D-6E8A-4147-A177-3AD203B41FA5}">
                      <a16:colId xmlns:a16="http://schemas.microsoft.com/office/drawing/2014/main" val="4049940722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2498501315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1422367532"/>
                    </a:ext>
                  </a:extLst>
                </a:gridCol>
              </a:tblGrid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Parameter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Wert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Begründung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5723"/>
                  </a:ext>
                </a:extLst>
              </a:tr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Learning Rate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α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0.01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Stabilität &amp; Speed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935688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Discount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Factor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γ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0.99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Lange Foresight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6247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Initial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1.0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Vollständige Exploration zu Beginn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892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Decay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Langsame, schrittweise Reduktion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90392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0.10</a:t>
                      </a:r>
                      <a:endParaRPr lang="de-DE" sz="120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Residuale Exploration am Ende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060569"/>
                  </a:ext>
                </a:extLst>
              </a:tr>
            </a:tbl>
          </a:graphicData>
        </a:graphic>
      </p:graphicFrame>
      <p:sp>
        <p:nvSpPr>
          <p:cNvPr id="46" name="Shape 30">
            <a:extLst>
              <a:ext uri="{FF2B5EF4-FFF2-40B4-BE49-F238E27FC236}">
                <a16:creationId xmlns:a16="http://schemas.microsoft.com/office/drawing/2014/main" id="{3A9968B4-FE09-839C-DE2D-C519502731D3}"/>
              </a:ext>
            </a:extLst>
          </p:cNvPr>
          <p:cNvSpPr/>
          <p:nvPr/>
        </p:nvSpPr>
        <p:spPr>
          <a:xfrm>
            <a:off x="166097" y="107823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FB3A49-C6E9-D307-8349-B1BD523EB63D}"/>
              </a:ext>
            </a:extLst>
          </p:cNvPr>
          <p:cNvSpPr/>
          <p:nvPr/>
        </p:nvSpPr>
        <p:spPr>
          <a:xfrm>
            <a:off x="166097" y="1215390"/>
            <a:ext cx="275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Optimierungsprozess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027AC6C-AFF2-3A1F-2B44-689765F6AE56}"/>
              </a:ext>
            </a:extLst>
          </p:cNvPr>
          <p:cNvGrpSpPr/>
          <p:nvPr/>
        </p:nvGrpSpPr>
        <p:grpSpPr>
          <a:xfrm>
            <a:off x="457200" y="1672590"/>
            <a:ext cx="548640" cy="548640"/>
            <a:chOff x="6900244" y="1649730"/>
            <a:chExt cx="548640" cy="54864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F7FDCD8-7A3A-78FF-59BE-CAFEFA7B2C65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14C4EBE7-4AF2-74CE-994D-BEAB57025E49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16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1" name="Text 34">
            <a:extLst>
              <a:ext uri="{FF2B5EF4-FFF2-40B4-BE49-F238E27FC236}">
                <a16:creationId xmlns:a16="http://schemas.microsoft.com/office/drawing/2014/main" id="{D124078A-A831-E4A7-E8F0-C54B94532650}"/>
              </a:ext>
            </a:extLst>
          </p:cNvPr>
          <p:cNvSpPr/>
          <p:nvPr/>
        </p:nvSpPr>
        <p:spPr>
          <a:xfrm>
            <a:off x="1124712" y="1709166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8A3E5277-A517-C067-00CE-9CB643B3B0A0}"/>
              </a:ext>
            </a:extLst>
          </p:cNvPr>
          <p:cNvSpPr/>
          <p:nvPr/>
        </p:nvSpPr>
        <p:spPr>
          <a:xfrm>
            <a:off x="1124712" y="1974342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1: Breite Suche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6">
            <a:extLst>
              <a:ext uri="{FF2B5EF4-FFF2-40B4-BE49-F238E27FC236}">
                <a16:creationId xmlns:a16="http://schemas.microsoft.com/office/drawing/2014/main" id="{07480E61-74E0-A8C1-EF3F-D87BA31D1E92}"/>
              </a:ext>
            </a:extLst>
          </p:cNvPr>
          <p:cNvSpPr/>
          <p:nvPr/>
        </p:nvSpPr>
        <p:spPr>
          <a:xfrm>
            <a:off x="731520" y="226695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57C3F6-BE41-6114-5E64-AABCDCB086F4}"/>
              </a:ext>
            </a:extLst>
          </p:cNvPr>
          <p:cNvGrpSpPr/>
          <p:nvPr/>
        </p:nvGrpSpPr>
        <p:grpSpPr>
          <a:xfrm>
            <a:off x="457200" y="2660142"/>
            <a:ext cx="548640" cy="548640"/>
            <a:chOff x="6900244" y="2637282"/>
            <a:chExt cx="548640" cy="548640"/>
          </a:xfrm>
        </p:grpSpPr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B6A5932F-5780-04A1-64B3-A5E9194AFAB6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94E15E3C-AF9D-3977-5526-C4D5DC0AD583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7" name="Text 39">
            <a:extLst>
              <a:ext uri="{FF2B5EF4-FFF2-40B4-BE49-F238E27FC236}">
                <a16:creationId xmlns:a16="http://schemas.microsoft.com/office/drawing/2014/main" id="{E4FB34C2-61DB-7FB0-7EEA-0F54A4DCEE35}"/>
              </a:ext>
            </a:extLst>
          </p:cNvPr>
          <p:cNvSpPr/>
          <p:nvPr/>
        </p:nvSpPr>
        <p:spPr>
          <a:xfrm>
            <a:off x="1124712" y="2696718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C1689BA1-A718-D9F2-9DC8-7EB5FADEBFA4}"/>
              </a:ext>
            </a:extLst>
          </p:cNvPr>
          <p:cNvSpPr/>
          <p:nvPr/>
        </p:nvSpPr>
        <p:spPr>
          <a:xfrm>
            <a:off x="1124712" y="2961894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2: Eingrenzung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41">
            <a:extLst>
              <a:ext uri="{FF2B5EF4-FFF2-40B4-BE49-F238E27FC236}">
                <a16:creationId xmlns:a16="http://schemas.microsoft.com/office/drawing/2014/main" id="{FD9152B9-B8AF-F9E6-9F8C-35788FB713D6}"/>
              </a:ext>
            </a:extLst>
          </p:cNvPr>
          <p:cNvSpPr/>
          <p:nvPr/>
        </p:nvSpPr>
        <p:spPr>
          <a:xfrm>
            <a:off x="731520" y="325450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1389D43E-0A2A-EEBF-C3F3-C7B1B086135C}"/>
              </a:ext>
            </a:extLst>
          </p:cNvPr>
          <p:cNvGrpSpPr/>
          <p:nvPr/>
        </p:nvGrpSpPr>
        <p:grpSpPr>
          <a:xfrm>
            <a:off x="457200" y="3647694"/>
            <a:ext cx="548640" cy="548640"/>
            <a:chOff x="6900244" y="3624834"/>
            <a:chExt cx="548640" cy="548640"/>
          </a:xfrm>
        </p:grpSpPr>
        <p:sp>
          <p:nvSpPr>
            <p:cNvPr id="61" name="Shape 42">
              <a:extLst>
                <a:ext uri="{FF2B5EF4-FFF2-40B4-BE49-F238E27FC236}">
                  <a16:creationId xmlns:a16="http://schemas.microsoft.com/office/drawing/2014/main" id="{83EB4588-1C57-3ED9-75D8-628438F9FAE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2" name="Text 43">
              <a:extLst>
                <a:ext uri="{FF2B5EF4-FFF2-40B4-BE49-F238E27FC236}">
                  <a16:creationId xmlns:a16="http://schemas.microsoft.com/office/drawing/2014/main" id="{520B5061-C1F2-7DBE-0732-0CE3B1AC7F6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4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63" name="Text 44">
            <a:extLst>
              <a:ext uri="{FF2B5EF4-FFF2-40B4-BE49-F238E27FC236}">
                <a16:creationId xmlns:a16="http://schemas.microsoft.com/office/drawing/2014/main" id="{8D3A5129-BF54-E65F-4163-70AA1F92330B}"/>
              </a:ext>
            </a:extLst>
          </p:cNvPr>
          <p:cNvSpPr/>
          <p:nvPr/>
        </p:nvSpPr>
        <p:spPr>
          <a:xfrm>
            <a:off x="1124712" y="3684270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45">
            <a:extLst>
              <a:ext uri="{FF2B5EF4-FFF2-40B4-BE49-F238E27FC236}">
                <a16:creationId xmlns:a16="http://schemas.microsoft.com/office/drawing/2014/main" id="{9FA61D5D-6C09-7839-A06C-78DD1385DB49}"/>
              </a:ext>
            </a:extLst>
          </p:cNvPr>
          <p:cNvSpPr/>
          <p:nvPr/>
        </p:nvSpPr>
        <p:spPr>
          <a:xfrm>
            <a:off x="1124712" y="3949446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3: Finale Tests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211074A5-E5F8-6FD8-4676-53609BA680F4}"/>
              </a:ext>
            </a:extLst>
          </p:cNvPr>
          <p:cNvSpPr/>
          <p:nvPr/>
        </p:nvSpPr>
        <p:spPr>
          <a:xfrm>
            <a:off x="25908" y="539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7" grpId="0" animBg="1"/>
      <p:bldP spid="58" grpId="0" animBg="1"/>
      <p:bldP spid="59" grpId="0" animBg="1"/>
      <p:bldP spid="63" grpId="0" animBg="1"/>
      <p:bldP spid="6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/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b="1" smtClean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Gesamtbudget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Agententypen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Seeds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𝟏𝟎𝟎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Mio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.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Episo</m:t>
                    </m:r>
                  </m:oMath>
                </a14:m>
                <a:r>
                  <a:rPr lang="de-DE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FD02EBB6-8EB2-A824-D8B2-F20F7137C782}"/>
              </a:ext>
            </a:extLst>
          </p:cNvPr>
          <p:cNvSpPr/>
          <p:nvPr/>
        </p:nvSpPr>
        <p:spPr>
          <a:xfrm>
            <a:off x="457200" y="2161932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Verwendete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 Seeds: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1, 42, 123</a:t>
            </a:r>
            <a:endParaRPr lang="de-DE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!!11">
            <a:extLst>
              <a:ext uri="{FF2B5EF4-FFF2-40B4-BE49-F238E27FC236}">
                <a16:creationId xmlns:a16="http://schemas.microsoft.com/office/drawing/2014/main" id="{72C8BFF6-577D-CDE0-48C0-23520959A4B8}"/>
              </a:ext>
            </a:extLst>
          </p:cNvPr>
          <p:cNvSpPr/>
          <p:nvPr/>
        </p:nvSpPr>
        <p:spPr>
          <a:xfrm>
            <a:off x="2660690" y="2170211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Daten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-Checkpoints</a:t>
            </a:r>
            <a:endParaRPr lang="en-GB" sz="11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60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72C4CD5D-F2AC-836E-551F-DE32AF6225A2}"/>
              </a:ext>
            </a:extLst>
          </p:cNvPr>
          <p:cNvSpPr/>
          <p:nvPr/>
        </p:nvSpPr>
        <p:spPr>
          <a:xfrm>
            <a:off x="1558944" y="2902927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Finale Modelle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8D1CA4-6F20-A27C-D91F-5FDD396403D8}"/>
              </a:ext>
            </a:extLst>
          </p:cNvPr>
          <p:cNvSpPr txBox="1"/>
          <p:nvPr/>
        </p:nvSpPr>
        <p:spPr>
          <a:xfrm>
            <a:off x="4972645" y="1444907"/>
            <a:ext cx="48792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600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Gesamtes simuliertes Trainingsvolumen</a:t>
            </a:r>
            <a:endParaRPr lang="de-DE" sz="1200" b="1" i="0" dirty="0">
              <a:solidFill>
                <a:srgbClr val="14B8A6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D3E380B6-1F21-7439-8A91-B1D3D1A09AE7}"/>
              </a:ext>
            </a:extLst>
          </p:cNvPr>
          <p:cNvSpPr/>
          <p:nvPr/>
        </p:nvSpPr>
        <p:spPr>
          <a:xfrm>
            <a:off x="969935" y="4097557"/>
            <a:ext cx="6804079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>
              <a:buNone/>
            </a:pP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Wissenschaftlicher Vergleich: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 Identische Hyperparameter &amp; gleiches Trainingsbudget für Baseline und </a:t>
            </a:r>
            <a:r>
              <a:rPr lang="de-DE" sz="1200" dirty="0" err="1"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 Einziger Unterschied: Die </a:t>
            </a: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Zustandsrepräsentation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de-DE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EF9E980B-AE1B-53CB-BE90-E5E59864CB1D}"/>
              </a:ext>
            </a:extLst>
          </p:cNvPr>
          <p:cNvSpPr/>
          <p:nvPr/>
        </p:nvSpPr>
        <p:spPr>
          <a:xfrm>
            <a:off x="4972644" y="2887803"/>
            <a:ext cx="3714155" cy="388797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Gesamtlaufzeit: 13 h 01 min 47 s</a:t>
            </a:r>
          </a:p>
          <a:p>
            <a:pPr algn="ctr"/>
            <a:endParaRPr lang="de-DE" sz="14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/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Gesamt-Evaluation = 6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trainierte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Modelle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3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Evaluationsseeds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de-DE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1 Mio. Episoden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D139375-7526-A151-2606-24A70694E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545683"/>
              </p:ext>
            </p:extLst>
          </p:nvPr>
        </p:nvGraphicFramePr>
        <p:xfrm>
          <a:off x="457201" y="2137665"/>
          <a:ext cx="46507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99">
                  <a:extLst>
                    <a:ext uri="{9D8B030D-6E8A-4147-A177-3AD203B41FA5}">
                      <a16:colId xmlns:a16="http://schemas.microsoft.com/office/drawing/2014/main" val="3821162616"/>
                    </a:ext>
                  </a:extLst>
                </a:gridCol>
                <a:gridCol w="1106551">
                  <a:extLst>
                    <a:ext uri="{9D8B030D-6E8A-4147-A177-3AD203B41FA5}">
                      <a16:colId xmlns:a16="http://schemas.microsoft.com/office/drawing/2014/main" val="3337836971"/>
                    </a:ext>
                  </a:extLst>
                </a:gridCol>
                <a:gridCol w="1066864">
                  <a:extLst>
                    <a:ext uri="{9D8B030D-6E8A-4147-A177-3AD203B41FA5}">
                      <a16:colId xmlns:a16="http://schemas.microsoft.com/office/drawing/2014/main" val="3846599544"/>
                    </a:ext>
                  </a:extLst>
                </a:gridCol>
                <a:gridCol w="1143185">
                  <a:extLst>
                    <a:ext uri="{9D8B030D-6E8A-4147-A177-3AD203B41FA5}">
                      <a16:colId xmlns:a16="http://schemas.microsoft.com/office/drawing/2014/main" val="4055016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400" b="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1234 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4321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9876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61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 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rowSpan="6" gridSpan="3">
                  <a:txBody>
                    <a:bodyPr/>
                    <a:lstStyle/>
                    <a:p>
                      <a:pPr algn="ctr"/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Jeweils 1 Mio.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99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99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63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63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0431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02701795-F220-73B2-1204-28FED6AFA59B}"/>
              </a:ext>
            </a:extLst>
          </p:cNvPr>
          <p:cNvSpPr txBox="1"/>
          <p:nvPr/>
        </p:nvSpPr>
        <p:spPr>
          <a:xfrm>
            <a:off x="5531445" y="2571750"/>
            <a:ext cx="487925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18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Reine Test- und Evaluationsbasis</a:t>
            </a: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93691E-C972-4B27-447D-ED2B5BF8F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393"/>
          <a:stretch>
            <a:fillRect/>
          </a:stretch>
        </p:blipFill>
        <p:spPr>
          <a:xfrm>
            <a:off x="686570" y="1368873"/>
            <a:ext cx="4030210" cy="3031906"/>
          </a:xfrm>
          <a:prstGeom prst="rect">
            <a:avLst/>
          </a:prstGeom>
        </p:spPr>
      </p:pic>
      <p:sp>
        <p:nvSpPr>
          <p:cNvPr id="15" name="!!11">
            <a:extLst>
              <a:ext uri="{FF2B5EF4-FFF2-40B4-BE49-F238E27FC236}">
                <a16:creationId xmlns:a16="http://schemas.microsoft.com/office/drawing/2014/main" id="{44B02A02-E1AA-280B-F004-BAB84BC6ECF0}"/>
              </a:ext>
            </a:extLst>
          </p:cNvPr>
          <p:cNvSpPr/>
          <p:nvPr/>
        </p:nvSpPr>
        <p:spPr>
          <a:xfrm>
            <a:off x="5189221" y="1586272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DB07465B-0D62-095D-34FF-93A116E2F83A}"/>
              </a:ext>
            </a:extLst>
          </p:cNvPr>
          <p:cNvSpPr/>
          <p:nvPr/>
        </p:nvSpPr>
        <p:spPr>
          <a:xfrm>
            <a:off x="5189220" y="1813632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40AF5E9-3149-B4C2-CA60-74F82BFAF214}"/>
              </a:ext>
            </a:extLst>
          </p:cNvPr>
          <p:cNvSpPr/>
          <p:nvPr/>
        </p:nvSpPr>
        <p:spPr>
          <a:xfrm>
            <a:off x="5944925" y="21778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85273C9-460B-225D-A840-D778A015A1F4}"/>
              </a:ext>
            </a:extLst>
          </p:cNvPr>
          <p:cNvSpPr/>
          <p:nvPr/>
        </p:nvSpPr>
        <p:spPr>
          <a:xfrm>
            <a:off x="5944925" y="238223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49" name="Text 29">
            <a:extLst>
              <a:ext uri="{FF2B5EF4-FFF2-40B4-BE49-F238E27FC236}">
                <a16:creationId xmlns:a16="http://schemas.microsoft.com/office/drawing/2014/main" id="{3F4A6E7C-ABEB-CF50-D0FB-C2469ADE6CE7}"/>
              </a:ext>
            </a:extLst>
          </p:cNvPr>
          <p:cNvSpPr/>
          <p:nvPr/>
        </p:nvSpPr>
        <p:spPr>
          <a:xfrm>
            <a:off x="502920" y="538447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75ECAD8A-A87C-041E-8FDF-109C64FD45DC}"/>
              </a:ext>
            </a:extLst>
          </p:cNvPr>
          <p:cNvSpPr/>
          <p:nvPr/>
        </p:nvSpPr>
        <p:spPr>
          <a:xfrm>
            <a:off x="5120640" y="528389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5">
            <a:extLst>
              <a:ext uri="{FF2B5EF4-FFF2-40B4-BE49-F238E27FC236}">
                <a16:creationId xmlns:a16="http://schemas.microsoft.com/office/drawing/2014/main" id="{694923CE-DCCA-37F9-D751-E58E38FCC536}"/>
              </a:ext>
            </a:extLst>
          </p:cNvPr>
          <p:cNvSpPr/>
          <p:nvPr/>
        </p:nvSpPr>
        <p:spPr>
          <a:xfrm>
            <a:off x="5120640" y="528389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6">
            <a:extLst>
              <a:ext uri="{FF2B5EF4-FFF2-40B4-BE49-F238E27FC236}">
                <a16:creationId xmlns:a16="http://schemas.microsoft.com/office/drawing/2014/main" id="{4AE60977-2C7D-5105-743B-935102F1B750}"/>
              </a:ext>
            </a:extLst>
          </p:cNvPr>
          <p:cNvSpPr/>
          <p:nvPr/>
        </p:nvSpPr>
        <p:spPr>
          <a:xfrm>
            <a:off x="5120640" y="555821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7">
            <a:extLst>
              <a:ext uri="{FF2B5EF4-FFF2-40B4-BE49-F238E27FC236}">
                <a16:creationId xmlns:a16="http://schemas.microsoft.com/office/drawing/2014/main" id="{64A99DB1-F175-C5E3-4DB8-31155BEEE8AE}"/>
              </a:ext>
            </a:extLst>
          </p:cNvPr>
          <p:cNvSpPr/>
          <p:nvPr/>
        </p:nvSpPr>
        <p:spPr>
          <a:xfrm>
            <a:off x="365760" y="528389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Text 38">
            <a:extLst>
              <a:ext uri="{FF2B5EF4-FFF2-40B4-BE49-F238E27FC236}">
                <a16:creationId xmlns:a16="http://schemas.microsoft.com/office/drawing/2014/main" id="{42D76E65-3798-D281-86DC-6283C05B82FD}"/>
              </a:ext>
            </a:extLst>
          </p:cNvPr>
          <p:cNvSpPr/>
          <p:nvPr/>
        </p:nvSpPr>
        <p:spPr>
          <a:xfrm>
            <a:off x="594360" y="53661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9">
            <a:extLst>
              <a:ext uri="{FF2B5EF4-FFF2-40B4-BE49-F238E27FC236}">
                <a16:creationId xmlns:a16="http://schemas.microsoft.com/office/drawing/2014/main" id="{744E6947-B4A6-6194-329B-B88252157314}"/>
              </a:ext>
            </a:extLst>
          </p:cNvPr>
          <p:cNvSpPr/>
          <p:nvPr/>
        </p:nvSpPr>
        <p:spPr>
          <a:xfrm>
            <a:off x="594360" y="562222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3A5D275-40EB-4E5B-9558-4B0F6F8666AF}"/>
              </a:ext>
            </a:extLst>
          </p:cNvPr>
          <p:cNvSpPr/>
          <p:nvPr/>
        </p:nvSpPr>
        <p:spPr>
          <a:xfrm>
            <a:off x="5189221" y="292741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59C41886-0112-8E2E-9AFE-4344628B2D3D}"/>
              </a:ext>
            </a:extLst>
          </p:cNvPr>
          <p:cNvSpPr/>
          <p:nvPr/>
        </p:nvSpPr>
        <p:spPr>
          <a:xfrm>
            <a:off x="5189220" y="3120663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B67DE1B-C7F1-CE1A-7EAB-34A3476B2A5E}"/>
              </a:ext>
            </a:extLst>
          </p:cNvPr>
          <p:cNvSpPr/>
          <p:nvPr/>
        </p:nvSpPr>
        <p:spPr>
          <a:xfrm>
            <a:off x="5098617" y="348486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CD07BD51-4BCE-A395-D3AB-FE970653FBFF}"/>
              </a:ext>
            </a:extLst>
          </p:cNvPr>
          <p:cNvSpPr/>
          <p:nvPr/>
        </p:nvSpPr>
        <p:spPr>
          <a:xfrm>
            <a:off x="5993712" y="3895016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C5CB257E-D3A8-FA0F-0208-26E2555612A9}"/>
              </a:ext>
            </a:extLst>
          </p:cNvPr>
          <p:cNvSpPr/>
          <p:nvPr/>
        </p:nvSpPr>
        <p:spPr>
          <a:xfrm>
            <a:off x="6367072" y="348486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74F0DD10-54E3-1543-4DFF-01E0E92CA0B0}"/>
              </a:ext>
            </a:extLst>
          </p:cNvPr>
          <p:cNvSpPr/>
          <p:nvPr/>
        </p:nvSpPr>
        <p:spPr>
          <a:xfrm>
            <a:off x="5098617" y="3689414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EFBE403F-8EC6-8576-0793-31FD777DA233}"/>
              </a:ext>
            </a:extLst>
          </p:cNvPr>
          <p:cNvSpPr/>
          <p:nvPr/>
        </p:nvSpPr>
        <p:spPr>
          <a:xfrm>
            <a:off x="6367072" y="3689414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7D57532-0963-E455-0C01-7A2120E7CA57}"/>
              </a:ext>
            </a:extLst>
          </p:cNvPr>
          <p:cNvCxnSpPr>
            <a:cxnSpLocks/>
          </p:cNvCxnSpPr>
          <p:nvPr/>
        </p:nvCxnSpPr>
        <p:spPr>
          <a:xfrm>
            <a:off x="5858851" y="3579003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39" name="Text 13">
            <a:extLst>
              <a:ext uri="{FF2B5EF4-FFF2-40B4-BE49-F238E27FC236}">
                <a16:creationId xmlns:a16="http://schemas.microsoft.com/office/drawing/2014/main" id="{029216F3-E771-BBFE-3711-F08CC5B905B2}"/>
              </a:ext>
            </a:extLst>
          </p:cNvPr>
          <p:cNvSpPr/>
          <p:nvPr/>
        </p:nvSpPr>
        <p:spPr>
          <a:xfrm>
            <a:off x="7649462" y="349183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131.880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5F64893E-5414-0296-36ED-EEC80BA99603}"/>
              </a:ext>
            </a:extLst>
          </p:cNvPr>
          <p:cNvSpPr/>
          <p:nvPr/>
        </p:nvSpPr>
        <p:spPr>
          <a:xfrm>
            <a:off x="7649462" y="369638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X Mio.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CBFDA3B-43D8-F587-575B-E041B0AE0DBA}"/>
              </a:ext>
            </a:extLst>
          </p:cNvPr>
          <p:cNvCxnSpPr>
            <a:cxnSpLocks/>
          </p:cNvCxnSpPr>
          <p:nvPr/>
        </p:nvCxnSpPr>
        <p:spPr>
          <a:xfrm>
            <a:off x="7141240" y="3579002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2320-47DF-93B3-4E5D-E2A77755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2C3FEC-0825-7B99-33CC-A7FA31F4B42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836A881-C975-6CF7-7C4A-BA6CB24D920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359D7C-C028-23B0-429F-C9829F590F6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0962D6A-6496-2F4C-83F2-0309260586D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92462B2-164C-989A-4CC9-77E73CE2458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9616AA6-43AC-697E-5F26-06D34565C88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96AF32-E08B-5749-A90A-D05DD4556D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393"/>
          <a:stretch>
            <a:fillRect/>
          </a:stretch>
        </p:blipFill>
        <p:spPr>
          <a:xfrm>
            <a:off x="686570" y="1115568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50C3A5EE-F877-1B5B-7674-36566AB372A5}"/>
              </a:ext>
            </a:extLst>
          </p:cNvPr>
          <p:cNvSpPr/>
          <p:nvPr/>
        </p:nvSpPr>
        <p:spPr>
          <a:xfrm>
            <a:off x="5189221" y="2669545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72BAF6D6-BFFB-481E-D3FF-4934BE54FE2F}"/>
              </a:ext>
            </a:extLst>
          </p:cNvPr>
          <p:cNvSpPr/>
          <p:nvPr/>
        </p:nvSpPr>
        <p:spPr>
          <a:xfrm>
            <a:off x="5189221" y="133296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4C1878D2-AA72-0432-FD2B-4025AECF8ED9}"/>
              </a:ext>
            </a:extLst>
          </p:cNvPr>
          <p:cNvSpPr/>
          <p:nvPr/>
        </p:nvSpPr>
        <p:spPr>
          <a:xfrm>
            <a:off x="5189220" y="1560327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32AE80A-2EE5-4ECD-CE5F-4B115A51EA61}"/>
              </a:ext>
            </a:extLst>
          </p:cNvPr>
          <p:cNvSpPr/>
          <p:nvPr/>
        </p:nvSpPr>
        <p:spPr>
          <a:xfrm>
            <a:off x="5944925" y="192452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3E008D88-8B9B-3828-B3F4-FAA116463A01}"/>
              </a:ext>
            </a:extLst>
          </p:cNvPr>
          <p:cNvSpPr/>
          <p:nvPr/>
        </p:nvSpPr>
        <p:spPr>
          <a:xfrm>
            <a:off x="5944925" y="21289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761E46C-22A7-2F55-E50D-4F39E67F0E28}"/>
              </a:ext>
            </a:extLst>
          </p:cNvPr>
          <p:cNvSpPr/>
          <p:nvPr/>
        </p:nvSpPr>
        <p:spPr>
          <a:xfrm>
            <a:off x="5189220" y="2862791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D19F56FC-240E-A8BA-4DDD-BA9C63EE1543}"/>
              </a:ext>
            </a:extLst>
          </p:cNvPr>
          <p:cNvSpPr/>
          <p:nvPr/>
        </p:nvSpPr>
        <p:spPr>
          <a:xfrm>
            <a:off x="5098617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D876A7CC-07A3-6ED8-2046-990F72235C66}"/>
              </a:ext>
            </a:extLst>
          </p:cNvPr>
          <p:cNvSpPr/>
          <p:nvPr/>
        </p:nvSpPr>
        <p:spPr>
          <a:xfrm>
            <a:off x="5993712" y="3637144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5AB3C41-954E-E173-2B40-A4FC2E0FA87F}"/>
              </a:ext>
            </a:extLst>
          </p:cNvPr>
          <p:cNvSpPr/>
          <p:nvPr/>
        </p:nvSpPr>
        <p:spPr>
          <a:xfrm>
            <a:off x="6367072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54F51A8C-528F-E4C7-FF2A-6FE104A7AEA3}"/>
              </a:ext>
            </a:extLst>
          </p:cNvPr>
          <p:cNvSpPr/>
          <p:nvPr/>
        </p:nvSpPr>
        <p:spPr>
          <a:xfrm>
            <a:off x="5098617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7708C21-6C54-9BDF-E8DF-4C1F82FCF694}"/>
              </a:ext>
            </a:extLst>
          </p:cNvPr>
          <p:cNvSpPr/>
          <p:nvPr/>
        </p:nvSpPr>
        <p:spPr>
          <a:xfrm>
            <a:off x="6367072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83EC3E3-A36C-0358-283B-DCBCAAC45DDF}"/>
              </a:ext>
            </a:extLst>
          </p:cNvPr>
          <p:cNvCxnSpPr>
            <a:cxnSpLocks/>
          </p:cNvCxnSpPr>
          <p:nvPr/>
        </p:nvCxnSpPr>
        <p:spPr>
          <a:xfrm>
            <a:off x="5858851" y="3321131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2" name="Text 29">
            <a:extLst>
              <a:ext uri="{FF2B5EF4-FFF2-40B4-BE49-F238E27FC236}">
                <a16:creationId xmlns:a16="http://schemas.microsoft.com/office/drawing/2014/main" id="{998CD5AE-D1CC-64E5-8E91-DAFCDFDC3328}"/>
              </a:ext>
            </a:extLst>
          </p:cNvPr>
          <p:cNvSpPr/>
          <p:nvPr/>
        </p:nvSpPr>
        <p:spPr>
          <a:xfrm>
            <a:off x="502920" y="430823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Shape 34">
            <a:extLst>
              <a:ext uri="{FF2B5EF4-FFF2-40B4-BE49-F238E27FC236}">
                <a16:creationId xmlns:a16="http://schemas.microsoft.com/office/drawing/2014/main" id="{C9D562E8-50BA-FEB8-BE83-9A8CBD0B0145}"/>
              </a:ext>
            </a:extLst>
          </p:cNvPr>
          <p:cNvSpPr/>
          <p:nvPr/>
        </p:nvSpPr>
        <p:spPr>
          <a:xfrm>
            <a:off x="5120640" y="420765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35">
            <a:extLst>
              <a:ext uri="{FF2B5EF4-FFF2-40B4-BE49-F238E27FC236}">
                <a16:creationId xmlns:a16="http://schemas.microsoft.com/office/drawing/2014/main" id="{8252407C-C05F-DD5B-2B31-830E4BB0787F}"/>
              </a:ext>
            </a:extLst>
          </p:cNvPr>
          <p:cNvSpPr/>
          <p:nvPr/>
        </p:nvSpPr>
        <p:spPr>
          <a:xfrm>
            <a:off x="5120640" y="4207650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36">
            <a:extLst>
              <a:ext uri="{FF2B5EF4-FFF2-40B4-BE49-F238E27FC236}">
                <a16:creationId xmlns:a16="http://schemas.microsoft.com/office/drawing/2014/main" id="{579E8477-FD6A-EEDF-37CB-5F1BBE449086}"/>
              </a:ext>
            </a:extLst>
          </p:cNvPr>
          <p:cNvSpPr/>
          <p:nvPr/>
        </p:nvSpPr>
        <p:spPr>
          <a:xfrm>
            <a:off x="5120640" y="448197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Shape 37">
            <a:extLst>
              <a:ext uri="{FF2B5EF4-FFF2-40B4-BE49-F238E27FC236}">
                <a16:creationId xmlns:a16="http://schemas.microsoft.com/office/drawing/2014/main" id="{1B43AEB9-304E-27B5-F954-A381527A6D0C}"/>
              </a:ext>
            </a:extLst>
          </p:cNvPr>
          <p:cNvSpPr/>
          <p:nvPr/>
        </p:nvSpPr>
        <p:spPr>
          <a:xfrm>
            <a:off x="365760" y="420765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8">
            <a:extLst>
              <a:ext uri="{FF2B5EF4-FFF2-40B4-BE49-F238E27FC236}">
                <a16:creationId xmlns:a16="http://schemas.microsoft.com/office/drawing/2014/main" id="{10FA6AB2-21EF-10CD-A382-DFD102CF379B}"/>
              </a:ext>
            </a:extLst>
          </p:cNvPr>
          <p:cNvSpPr/>
          <p:nvPr/>
        </p:nvSpPr>
        <p:spPr>
          <a:xfrm>
            <a:off x="594360" y="428994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DBC42594-455D-83DC-1AEC-A919B4A8966A}"/>
              </a:ext>
            </a:extLst>
          </p:cNvPr>
          <p:cNvSpPr/>
          <p:nvPr/>
        </p:nvSpPr>
        <p:spPr>
          <a:xfrm>
            <a:off x="594360" y="454597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BC233D44-F359-4D45-1D32-3FECD1D2DA80}"/>
              </a:ext>
            </a:extLst>
          </p:cNvPr>
          <p:cNvSpPr/>
          <p:nvPr/>
        </p:nvSpPr>
        <p:spPr>
          <a:xfrm>
            <a:off x="7649462" y="3233960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131.880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13">
            <a:extLst>
              <a:ext uri="{FF2B5EF4-FFF2-40B4-BE49-F238E27FC236}">
                <a16:creationId xmlns:a16="http://schemas.microsoft.com/office/drawing/2014/main" id="{5849ADF1-76EF-0B07-7851-5D110BB5CF58}"/>
              </a:ext>
            </a:extLst>
          </p:cNvPr>
          <p:cNvSpPr/>
          <p:nvPr/>
        </p:nvSpPr>
        <p:spPr>
          <a:xfrm>
            <a:off x="7649462" y="343851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X Mio.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F865E1B-1294-C30B-98A3-57D73EAF8EF8}"/>
              </a:ext>
            </a:extLst>
          </p:cNvPr>
          <p:cNvCxnSpPr>
            <a:cxnSpLocks/>
          </p:cNvCxnSpPr>
          <p:nvPr/>
        </p:nvCxnSpPr>
        <p:spPr>
          <a:xfrm>
            <a:off x="7141240" y="3321130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340600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E6068A79-D144-4BBC-52CF-CEF113A7AAA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F6BB92EA-1D13-9DD2-0E26-2C8CCD9AF6B0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51ADD736-BE64-8957-A184-D75F9A89745A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9D93106-6552-EFF4-8731-CC665D66F636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D5670497-3425-D78E-0ABE-AB91327639E6}"/>
              </a:ext>
            </a:extLst>
          </p:cNvPr>
          <p:cNvSpPr/>
          <p:nvPr/>
        </p:nvSpPr>
        <p:spPr>
          <a:xfrm>
            <a:off x="594360" y="166525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19A5175-6AD1-E2EF-E81F-4F4825914938}"/>
              </a:ext>
            </a:extLst>
          </p:cNvPr>
          <p:cNvSpPr/>
          <p:nvPr/>
        </p:nvSpPr>
        <p:spPr>
          <a:xfrm>
            <a:off x="704088" y="166525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7AF9EBC-2047-6B1F-B437-6F341674F549}"/>
              </a:ext>
            </a:extLst>
          </p:cNvPr>
          <p:cNvSpPr/>
          <p:nvPr/>
        </p:nvSpPr>
        <p:spPr>
          <a:xfrm>
            <a:off x="31729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79F0837E-091C-5AD1-F5E3-CD8909B27133}"/>
              </a:ext>
            </a:extLst>
          </p:cNvPr>
          <p:cNvSpPr/>
          <p:nvPr/>
        </p:nvSpPr>
        <p:spPr>
          <a:xfrm>
            <a:off x="50017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E9E4A577-9074-E6F2-5159-A33591B399DC}"/>
              </a:ext>
            </a:extLst>
          </p:cNvPr>
          <p:cNvSpPr/>
          <p:nvPr/>
        </p:nvSpPr>
        <p:spPr>
          <a:xfrm>
            <a:off x="6830568" y="166525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F1CDFC2B-2A06-424A-C440-30727C91D35B}"/>
              </a:ext>
            </a:extLst>
          </p:cNvPr>
          <p:cNvSpPr/>
          <p:nvPr/>
        </p:nvSpPr>
        <p:spPr>
          <a:xfrm>
            <a:off x="594360" y="206759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61F11EAF-F602-8D49-EB42-A80AE183EA3A}"/>
              </a:ext>
            </a:extLst>
          </p:cNvPr>
          <p:cNvSpPr/>
          <p:nvPr/>
        </p:nvSpPr>
        <p:spPr>
          <a:xfrm>
            <a:off x="704088" y="206759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4425A9CD-270E-B10A-C8CF-1FB2C8A398AC}"/>
              </a:ext>
            </a:extLst>
          </p:cNvPr>
          <p:cNvSpPr/>
          <p:nvPr/>
        </p:nvSpPr>
        <p:spPr>
          <a:xfrm>
            <a:off x="31729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F801D48E-75AD-81A8-4FC6-A1290C08830D}"/>
              </a:ext>
            </a:extLst>
          </p:cNvPr>
          <p:cNvSpPr/>
          <p:nvPr/>
        </p:nvSpPr>
        <p:spPr>
          <a:xfrm>
            <a:off x="50017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62D0CF29-5414-E88F-7535-7F2826303CFD}"/>
              </a:ext>
            </a:extLst>
          </p:cNvPr>
          <p:cNvSpPr/>
          <p:nvPr/>
        </p:nvSpPr>
        <p:spPr>
          <a:xfrm>
            <a:off x="6830568" y="206759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B3084995-826D-E659-312E-1FBE1FEFE57A}"/>
              </a:ext>
            </a:extLst>
          </p:cNvPr>
          <p:cNvSpPr/>
          <p:nvPr/>
        </p:nvSpPr>
        <p:spPr>
          <a:xfrm>
            <a:off x="594360" y="250650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6BB6ADE3-A24A-52F7-E617-56CEE2B07877}"/>
              </a:ext>
            </a:extLst>
          </p:cNvPr>
          <p:cNvSpPr/>
          <p:nvPr/>
        </p:nvSpPr>
        <p:spPr>
          <a:xfrm>
            <a:off x="704088" y="250650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642FCED7-21E9-7B8B-420C-F758FB5C842F}"/>
              </a:ext>
            </a:extLst>
          </p:cNvPr>
          <p:cNvSpPr/>
          <p:nvPr/>
        </p:nvSpPr>
        <p:spPr>
          <a:xfrm>
            <a:off x="31729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D623AEF2-0032-CBA6-849D-43C8499BF7AB}"/>
              </a:ext>
            </a:extLst>
          </p:cNvPr>
          <p:cNvSpPr/>
          <p:nvPr/>
        </p:nvSpPr>
        <p:spPr>
          <a:xfrm>
            <a:off x="50017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6E7C2F71-6EF3-6563-7DA1-C0F053C1385F}"/>
              </a:ext>
            </a:extLst>
          </p:cNvPr>
          <p:cNvSpPr/>
          <p:nvPr/>
        </p:nvSpPr>
        <p:spPr>
          <a:xfrm>
            <a:off x="6830568" y="250650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18">
            <a:extLst>
              <a:ext uri="{FF2B5EF4-FFF2-40B4-BE49-F238E27FC236}">
                <a16:creationId xmlns:a16="http://schemas.microsoft.com/office/drawing/2014/main" id="{BD976C1A-C93F-E111-4C24-FAF3B4C8499F}"/>
              </a:ext>
            </a:extLst>
          </p:cNvPr>
          <p:cNvSpPr/>
          <p:nvPr/>
        </p:nvSpPr>
        <p:spPr>
          <a:xfrm>
            <a:off x="594360" y="294541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FD8345E3-9337-FCE7-78DD-73AE633DC0B7}"/>
              </a:ext>
            </a:extLst>
          </p:cNvPr>
          <p:cNvSpPr/>
          <p:nvPr/>
        </p:nvSpPr>
        <p:spPr>
          <a:xfrm>
            <a:off x="704088" y="294541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0CA1AE20-3404-D74D-8EE8-06F5C325F217}"/>
              </a:ext>
            </a:extLst>
          </p:cNvPr>
          <p:cNvSpPr/>
          <p:nvPr/>
        </p:nvSpPr>
        <p:spPr>
          <a:xfrm>
            <a:off x="31729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1">
            <a:extLst>
              <a:ext uri="{FF2B5EF4-FFF2-40B4-BE49-F238E27FC236}">
                <a16:creationId xmlns:a16="http://schemas.microsoft.com/office/drawing/2014/main" id="{B8B5A0B9-5683-9AC6-9642-432B97493C49}"/>
              </a:ext>
            </a:extLst>
          </p:cNvPr>
          <p:cNvSpPr/>
          <p:nvPr/>
        </p:nvSpPr>
        <p:spPr>
          <a:xfrm>
            <a:off x="50017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7AA725D1-B2E2-6D76-5EEE-E35146BE036F}"/>
              </a:ext>
            </a:extLst>
          </p:cNvPr>
          <p:cNvSpPr/>
          <p:nvPr/>
        </p:nvSpPr>
        <p:spPr>
          <a:xfrm>
            <a:off x="6830568" y="294541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7E98FD11-2A1A-E911-DFD9-F5D97D03D293}"/>
              </a:ext>
            </a:extLst>
          </p:cNvPr>
          <p:cNvSpPr/>
          <p:nvPr/>
        </p:nvSpPr>
        <p:spPr>
          <a:xfrm>
            <a:off x="594360" y="338432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DA83B0B3-B961-B13D-7272-6C6D204A5567}"/>
              </a:ext>
            </a:extLst>
          </p:cNvPr>
          <p:cNvSpPr/>
          <p:nvPr/>
        </p:nvSpPr>
        <p:spPr>
          <a:xfrm>
            <a:off x="704088" y="338432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5">
            <a:extLst>
              <a:ext uri="{FF2B5EF4-FFF2-40B4-BE49-F238E27FC236}">
                <a16:creationId xmlns:a16="http://schemas.microsoft.com/office/drawing/2014/main" id="{B1FAA552-1B94-9457-6012-BD5412BC7BF4}"/>
              </a:ext>
            </a:extLst>
          </p:cNvPr>
          <p:cNvSpPr/>
          <p:nvPr/>
        </p:nvSpPr>
        <p:spPr>
          <a:xfrm>
            <a:off x="31729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ACE19892-9BF0-5BFD-6D26-2A3D6A1B7D01}"/>
              </a:ext>
            </a:extLst>
          </p:cNvPr>
          <p:cNvSpPr/>
          <p:nvPr/>
        </p:nvSpPr>
        <p:spPr>
          <a:xfrm>
            <a:off x="50017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39C2C4C4-307B-D21D-CDA6-82C6AAE611D0}"/>
              </a:ext>
            </a:extLst>
          </p:cNvPr>
          <p:cNvSpPr/>
          <p:nvPr/>
        </p:nvSpPr>
        <p:spPr>
          <a:xfrm>
            <a:off x="6830568" y="338432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28">
            <a:extLst>
              <a:ext uri="{FF2B5EF4-FFF2-40B4-BE49-F238E27FC236}">
                <a16:creationId xmlns:a16="http://schemas.microsoft.com/office/drawing/2014/main" id="{95BE4277-8509-3999-584F-51884B5A511F}"/>
              </a:ext>
            </a:extLst>
          </p:cNvPr>
          <p:cNvSpPr/>
          <p:nvPr/>
        </p:nvSpPr>
        <p:spPr>
          <a:xfrm>
            <a:off x="594360" y="382324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9">
            <a:extLst>
              <a:ext uri="{FF2B5EF4-FFF2-40B4-BE49-F238E27FC236}">
                <a16:creationId xmlns:a16="http://schemas.microsoft.com/office/drawing/2014/main" id="{31B559B5-FC6D-99EB-7E7C-3DE32B3BBC28}"/>
              </a:ext>
            </a:extLst>
          </p:cNvPr>
          <p:cNvSpPr/>
          <p:nvPr/>
        </p:nvSpPr>
        <p:spPr>
          <a:xfrm>
            <a:off x="704088" y="382324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EFF3D789-9C7B-498B-84E3-A5FEDBA20973}"/>
              </a:ext>
            </a:extLst>
          </p:cNvPr>
          <p:cNvSpPr/>
          <p:nvPr/>
        </p:nvSpPr>
        <p:spPr>
          <a:xfrm>
            <a:off x="31729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B24F1971-100E-B9F3-B38E-3115FD57AEDF}"/>
              </a:ext>
            </a:extLst>
          </p:cNvPr>
          <p:cNvSpPr/>
          <p:nvPr/>
        </p:nvSpPr>
        <p:spPr>
          <a:xfrm>
            <a:off x="50017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05C282D8-5EFE-4F68-E2B5-1E1AE253DADE}"/>
              </a:ext>
            </a:extLst>
          </p:cNvPr>
          <p:cNvSpPr/>
          <p:nvPr/>
        </p:nvSpPr>
        <p:spPr>
          <a:xfrm>
            <a:off x="6830568" y="382324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88F114D7-5397-B1B2-AB7C-EDD7A902F5A5}"/>
              </a:ext>
            </a:extLst>
          </p:cNvPr>
          <p:cNvSpPr/>
          <p:nvPr/>
        </p:nvSpPr>
        <p:spPr>
          <a:xfrm>
            <a:off x="502920" y="532540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34">
            <a:extLst>
              <a:ext uri="{FF2B5EF4-FFF2-40B4-BE49-F238E27FC236}">
                <a16:creationId xmlns:a16="http://schemas.microsoft.com/office/drawing/2014/main" id="{48B9ECB3-19B2-D9C5-1E00-F3B81655A557}"/>
              </a:ext>
            </a:extLst>
          </p:cNvPr>
          <p:cNvSpPr/>
          <p:nvPr/>
        </p:nvSpPr>
        <p:spPr>
          <a:xfrm>
            <a:off x="5120640" y="522482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35">
            <a:extLst>
              <a:ext uri="{FF2B5EF4-FFF2-40B4-BE49-F238E27FC236}">
                <a16:creationId xmlns:a16="http://schemas.microsoft.com/office/drawing/2014/main" id="{9F823F2A-05E7-46A5-9546-F1D387830421}"/>
              </a:ext>
            </a:extLst>
          </p:cNvPr>
          <p:cNvSpPr/>
          <p:nvPr/>
        </p:nvSpPr>
        <p:spPr>
          <a:xfrm>
            <a:off x="5120640" y="522482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36">
            <a:extLst>
              <a:ext uri="{FF2B5EF4-FFF2-40B4-BE49-F238E27FC236}">
                <a16:creationId xmlns:a16="http://schemas.microsoft.com/office/drawing/2014/main" id="{EF341DE6-20DC-B2DD-89F4-174AB2059DE9}"/>
              </a:ext>
            </a:extLst>
          </p:cNvPr>
          <p:cNvSpPr/>
          <p:nvPr/>
        </p:nvSpPr>
        <p:spPr>
          <a:xfrm>
            <a:off x="5120640" y="549914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Shape 37">
            <a:extLst>
              <a:ext uri="{FF2B5EF4-FFF2-40B4-BE49-F238E27FC236}">
                <a16:creationId xmlns:a16="http://schemas.microsoft.com/office/drawing/2014/main" id="{069AEFAA-B3EF-E10A-F27C-9BB34DCE0C0A}"/>
              </a:ext>
            </a:extLst>
          </p:cNvPr>
          <p:cNvSpPr/>
          <p:nvPr/>
        </p:nvSpPr>
        <p:spPr>
          <a:xfrm>
            <a:off x="365760" y="522482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38">
            <a:extLst>
              <a:ext uri="{FF2B5EF4-FFF2-40B4-BE49-F238E27FC236}">
                <a16:creationId xmlns:a16="http://schemas.microsoft.com/office/drawing/2014/main" id="{98DE7B21-C084-2431-6372-8FD0D28B4241}"/>
              </a:ext>
            </a:extLst>
          </p:cNvPr>
          <p:cNvSpPr/>
          <p:nvPr/>
        </p:nvSpPr>
        <p:spPr>
          <a:xfrm>
            <a:off x="594360" y="530712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39">
            <a:extLst>
              <a:ext uri="{FF2B5EF4-FFF2-40B4-BE49-F238E27FC236}">
                <a16:creationId xmlns:a16="http://schemas.microsoft.com/office/drawing/2014/main" id="{60A5FCDF-F07D-3E0D-B887-8AE404F4D4B9}"/>
              </a:ext>
            </a:extLst>
          </p:cNvPr>
          <p:cNvSpPr/>
          <p:nvPr/>
        </p:nvSpPr>
        <p:spPr>
          <a:xfrm>
            <a:off x="594360" y="556315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180FE-D375-471A-989A-932D3A34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AB2C1EC-EA9E-A942-0DC9-9B75E894C2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2CAAC4F-C408-5A0E-00A9-8D827C2D914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4E753F-E05A-173E-225D-030FC21A40F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3B6C9C6-C2FE-E8FA-4110-880B6C96CAE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50221E8-48F0-A700-318F-4DAC867635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BFBBBE0-87CF-AC17-A840-855261136ED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15" name="Text 29">
            <a:extLst>
              <a:ext uri="{FF2B5EF4-FFF2-40B4-BE49-F238E27FC236}">
                <a16:creationId xmlns:a16="http://schemas.microsoft.com/office/drawing/2014/main" id="{45EFE608-A287-FD3E-E914-A98E3EF64078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AD29E6E-E1BD-720F-2E1B-ED4A4FBD2CD1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7">
            <a:extLst>
              <a:ext uri="{FF2B5EF4-FFF2-40B4-BE49-F238E27FC236}">
                <a16:creationId xmlns:a16="http://schemas.microsoft.com/office/drawing/2014/main" id="{B6AF5E5C-00D3-1662-CAC2-D142FEA257FB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108723E-4F6E-2023-0886-5D0A756079CB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9">
            <a:extLst>
              <a:ext uri="{FF2B5EF4-FFF2-40B4-BE49-F238E27FC236}">
                <a16:creationId xmlns:a16="http://schemas.microsoft.com/office/drawing/2014/main" id="{A1D8F7B4-84EC-E407-F7C0-DD49B474F910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2" name="Shape 3">
            <a:extLst>
              <a:ext uri="{FF2B5EF4-FFF2-40B4-BE49-F238E27FC236}">
                <a16:creationId xmlns:a16="http://schemas.microsoft.com/office/drawing/2014/main" id="{26121FF1-EA93-E153-6247-923E6C48D043}"/>
              </a:ext>
            </a:extLst>
          </p:cNvPr>
          <p:cNvSpPr/>
          <p:nvPr/>
        </p:nvSpPr>
        <p:spPr>
          <a:xfrm>
            <a:off x="594360" y="134780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9BB03B9C-C4BC-B3C4-7AD7-4F8074850349}"/>
              </a:ext>
            </a:extLst>
          </p:cNvPr>
          <p:cNvSpPr/>
          <p:nvPr/>
        </p:nvSpPr>
        <p:spPr>
          <a:xfrm>
            <a:off x="704088" y="134780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4" name="Text 5">
            <a:extLst>
              <a:ext uri="{FF2B5EF4-FFF2-40B4-BE49-F238E27FC236}">
                <a16:creationId xmlns:a16="http://schemas.microsoft.com/office/drawing/2014/main" id="{2059F8A3-53D9-13EF-C138-A8F349789D4C}"/>
              </a:ext>
            </a:extLst>
          </p:cNvPr>
          <p:cNvSpPr/>
          <p:nvPr/>
        </p:nvSpPr>
        <p:spPr>
          <a:xfrm>
            <a:off x="31729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5" name="Text 6">
            <a:extLst>
              <a:ext uri="{FF2B5EF4-FFF2-40B4-BE49-F238E27FC236}">
                <a16:creationId xmlns:a16="http://schemas.microsoft.com/office/drawing/2014/main" id="{21F6D99E-9F30-AE6B-915B-5804F2E45DFB}"/>
              </a:ext>
            </a:extLst>
          </p:cNvPr>
          <p:cNvSpPr/>
          <p:nvPr/>
        </p:nvSpPr>
        <p:spPr>
          <a:xfrm>
            <a:off x="50017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6" name="Text 7">
            <a:extLst>
              <a:ext uri="{FF2B5EF4-FFF2-40B4-BE49-F238E27FC236}">
                <a16:creationId xmlns:a16="http://schemas.microsoft.com/office/drawing/2014/main" id="{7733999D-545A-3C9F-8BD8-A2DAD6AECADA}"/>
              </a:ext>
            </a:extLst>
          </p:cNvPr>
          <p:cNvSpPr/>
          <p:nvPr/>
        </p:nvSpPr>
        <p:spPr>
          <a:xfrm>
            <a:off x="6830568" y="134780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Shape 8">
            <a:extLst>
              <a:ext uri="{FF2B5EF4-FFF2-40B4-BE49-F238E27FC236}">
                <a16:creationId xmlns:a16="http://schemas.microsoft.com/office/drawing/2014/main" id="{10B6E0FD-CA8B-F0AC-BFC5-B7073203B272}"/>
              </a:ext>
            </a:extLst>
          </p:cNvPr>
          <p:cNvSpPr/>
          <p:nvPr/>
        </p:nvSpPr>
        <p:spPr>
          <a:xfrm>
            <a:off x="594360" y="175014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AD45B590-E76B-2941-EF8B-3EAC97975208}"/>
              </a:ext>
            </a:extLst>
          </p:cNvPr>
          <p:cNvSpPr/>
          <p:nvPr/>
        </p:nvSpPr>
        <p:spPr>
          <a:xfrm>
            <a:off x="704088" y="175014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C2025645-9EB9-B682-4EE2-B893E0C34C5F}"/>
              </a:ext>
            </a:extLst>
          </p:cNvPr>
          <p:cNvSpPr/>
          <p:nvPr/>
        </p:nvSpPr>
        <p:spPr>
          <a:xfrm>
            <a:off x="31729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4AD0A6FC-0519-C188-6AEC-98F047CBA0CE}"/>
              </a:ext>
            </a:extLst>
          </p:cNvPr>
          <p:cNvSpPr/>
          <p:nvPr/>
        </p:nvSpPr>
        <p:spPr>
          <a:xfrm>
            <a:off x="50017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21BF5769-275B-FC43-53D2-084963EA95D7}"/>
              </a:ext>
            </a:extLst>
          </p:cNvPr>
          <p:cNvSpPr/>
          <p:nvPr/>
        </p:nvSpPr>
        <p:spPr>
          <a:xfrm>
            <a:off x="6830568" y="175014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2" name="Shape 13">
            <a:extLst>
              <a:ext uri="{FF2B5EF4-FFF2-40B4-BE49-F238E27FC236}">
                <a16:creationId xmlns:a16="http://schemas.microsoft.com/office/drawing/2014/main" id="{9BE48C5D-29DB-0BB7-521D-B3B7679A79E0}"/>
              </a:ext>
            </a:extLst>
          </p:cNvPr>
          <p:cNvSpPr/>
          <p:nvPr/>
        </p:nvSpPr>
        <p:spPr>
          <a:xfrm>
            <a:off x="594360" y="218905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3" name="Text 14">
            <a:extLst>
              <a:ext uri="{FF2B5EF4-FFF2-40B4-BE49-F238E27FC236}">
                <a16:creationId xmlns:a16="http://schemas.microsoft.com/office/drawing/2014/main" id="{D201DA48-8B65-4DF5-5A46-2D0BB1584A14}"/>
              </a:ext>
            </a:extLst>
          </p:cNvPr>
          <p:cNvSpPr/>
          <p:nvPr/>
        </p:nvSpPr>
        <p:spPr>
          <a:xfrm>
            <a:off x="704088" y="218905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30C15EEB-3C32-063D-B3FC-30B1A08146C9}"/>
              </a:ext>
            </a:extLst>
          </p:cNvPr>
          <p:cNvSpPr/>
          <p:nvPr/>
        </p:nvSpPr>
        <p:spPr>
          <a:xfrm>
            <a:off x="31729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5" name="Text 16">
            <a:extLst>
              <a:ext uri="{FF2B5EF4-FFF2-40B4-BE49-F238E27FC236}">
                <a16:creationId xmlns:a16="http://schemas.microsoft.com/office/drawing/2014/main" id="{8B18225B-5F56-414F-A13F-902BF0CB52FE}"/>
              </a:ext>
            </a:extLst>
          </p:cNvPr>
          <p:cNvSpPr/>
          <p:nvPr/>
        </p:nvSpPr>
        <p:spPr>
          <a:xfrm>
            <a:off x="50017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6" name="Text 17">
            <a:extLst>
              <a:ext uri="{FF2B5EF4-FFF2-40B4-BE49-F238E27FC236}">
                <a16:creationId xmlns:a16="http://schemas.microsoft.com/office/drawing/2014/main" id="{90CA1243-139F-292B-8250-20AA942EA0FC}"/>
              </a:ext>
            </a:extLst>
          </p:cNvPr>
          <p:cNvSpPr/>
          <p:nvPr/>
        </p:nvSpPr>
        <p:spPr>
          <a:xfrm>
            <a:off x="6830568" y="218905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7" name="Shape 18">
            <a:extLst>
              <a:ext uri="{FF2B5EF4-FFF2-40B4-BE49-F238E27FC236}">
                <a16:creationId xmlns:a16="http://schemas.microsoft.com/office/drawing/2014/main" id="{FC1D9078-F446-09C1-8BC0-86FA624C2A7D}"/>
              </a:ext>
            </a:extLst>
          </p:cNvPr>
          <p:cNvSpPr/>
          <p:nvPr/>
        </p:nvSpPr>
        <p:spPr>
          <a:xfrm>
            <a:off x="594360" y="262796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8" name="Text 19">
            <a:extLst>
              <a:ext uri="{FF2B5EF4-FFF2-40B4-BE49-F238E27FC236}">
                <a16:creationId xmlns:a16="http://schemas.microsoft.com/office/drawing/2014/main" id="{72B523E0-AF73-3EF5-95D9-7F8D00FA315D}"/>
              </a:ext>
            </a:extLst>
          </p:cNvPr>
          <p:cNvSpPr/>
          <p:nvPr/>
        </p:nvSpPr>
        <p:spPr>
          <a:xfrm>
            <a:off x="704088" y="262796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9" name="Text 20">
            <a:extLst>
              <a:ext uri="{FF2B5EF4-FFF2-40B4-BE49-F238E27FC236}">
                <a16:creationId xmlns:a16="http://schemas.microsoft.com/office/drawing/2014/main" id="{D3894B82-63F4-D121-9744-C8D8F5EC0784}"/>
              </a:ext>
            </a:extLst>
          </p:cNvPr>
          <p:cNvSpPr/>
          <p:nvPr/>
        </p:nvSpPr>
        <p:spPr>
          <a:xfrm>
            <a:off x="31729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3CE231E7-3A8F-2486-F71D-7919B978A731}"/>
              </a:ext>
            </a:extLst>
          </p:cNvPr>
          <p:cNvSpPr/>
          <p:nvPr/>
        </p:nvSpPr>
        <p:spPr>
          <a:xfrm>
            <a:off x="50017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1" name="Text 22">
            <a:extLst>
              <a:ext uri="{FF2B5EF4-FFF2-40B4-BE49-F238E27FC236}">
                <a16:creationId xmlns:a16="http://schemas.microsoft.com/office/drawing/2014/main" id="{A8275EFF-F4F5-5DCC-F58A-288DBE938F21}"/>
              </a:ext>
            </a:extLst>
          </p:cNvPr>
          <p:cNvSpPr/>
          <p:nvPr/>
        </p:nvSpPr>
        <p:spPr>
          <a:xfrm>
            <a:off x="6830568" y="262796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2" name="Shape 23">
            <a:extLst>
              <a:ext uri="{FF2B5EF4-FFF2-40B4-BE49-F238E27FC236}">
                <a16:creationId xmlns:a16="http://schemas.microsoft.com/office/drawing/2014/main" id="{A8D160A0-B4DA-0C61-F390-F3DE1E5D0B78}"/>
              </a:ext>
            </a:extLst>
          </p:cNvPr>
          <p:cNvSpPr/>
          <p:nvPr/>
        </p:nvSpPr>
        <p:spPr>
          <a:xfrm>
            <a:off x="594360" y="306687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3" name="Text 24">
            <a:extLst>
              <a:ext uri="{FF2B5EF4-FFF2-40B4-BE49-F238E27FC236}">
                <a16:creationId xmlns:a16="http://schemas.microsoft.com/office/drawing/2014/main" id="{B12754B2-C6C4-5AA6-C5CE-1E3D01C46A47}"/>
              </a:ext>
            </a:extLst>
          </p:cNvPr>
          <p:cNvSpPr/>
          <p:nvPr/>
        </p:nvSpPr>
        <p:spPr>
          <a:xfrm>
            <a:off x="704088" y="306687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4" name="Text 25">
            <a:extLst>
              <a:ext uri="{FF2B5EF4-FFF2-40B4-BE49-F238E27FC236}">
                <a16:creationId xmlns:a16="http://schemas.microsoft.com/office/drawing/2014/main" id="{6460B27B-DB01-BA3B-35B2-F0A6E1F45EC1}"/>
              </a:ext>
            </a:extLst>
          </p:cNvPr>
          <p:cNvSpPr/>
          <p:nvPr/>
        </p:nvSpPr>
        <p:spPr>
          <a:xfrm>
            <a:off x="31729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Text 26">
            <a:extLst>
              <a:ext uri="{FF2B5EF4-FFF2-40B4-BE49-F238E27FC236}">
                <a16:creationId xmlns:a16="http://schemas.microsoft.com/office/drawing/2014/main" id="{20E32A33-ED9E-79D7-3359-D65B6F2426E3}"/>
              </a:ext>
            </a:extLst>
          </p:cNvPr>
          <p:cNvSpPr/>
          <p:nvPr/>
        </p:nvSpPr>
        <p:spPr>
          <a:xfrm>
            <a:off x="50017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6" name="Text 27">
            <a:extLst>
              <a:ext uri="{FF2B5EF4-FFF2-40B4-BE49-F238E27FC236}">
                <a16:creationId xmlns:a16="http://schemas.microsoft.com/office/drawing/2014/main" id="{C8727153-1686-17D7-7E43-BC760279367E}"/>
              </a:ext>
            </a:extLst>
          </p:cNvPr>
          <p:cNvSpPr/>
          <p:nvPr/>
        </p:nvSpPr>
        <p:spPr>
          <a:xfrm>
            <a:off x="6830568" y="306687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7" name="Shape 28">
            <a:extLst>
              <a:ext uri="{FF2B5EF4-FFF2-40B4-BE49-F238E27FC236}">
                <a16:creationId xmlns:a16="http://schemas.microsoft.com/office/drawing/2014/main" id="{1CC03027-ABB6-D161-D446-28DB0650080C}"/>
              </a:ext>
            </a:extLst>
          </p:cNvPr>
          <p:cNvSpPr/>
          <p:nvPr/>
        </p:nvSpPr>
        <p:spPr>
          <a:xfrm>
            <a:off x="594360" y="350579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8" name="Text 29">
            <a:extLst>
              <a:ext uri="{FF2B5EF4-FFF2-40B4-BE49-F238E27FC236}">
                <a16:creationId xmlns:a16="http://schemas.microsoft.com/office/drawing/2014/main" id="{3D139EE7-B5A3-A194-8F7B-6B3F22CB4796}"/>
              </a:ext>
            </a:extLst>
          </p:cNvPr>
          <p:cNvSpPr/>
          <p:nvPr/>
        </p:nvSpPr>
        <p:spPr>
          <a:xfrm>
            <a:off x="704088" y="350579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9" name="Text 30">
            <a:extLst>
              <a:ext uri="{FF2B5EF4-FFF2-40B4-BE49-F238E27FC236}">
                <a16:creationId xmlns:a16="http://schemas.microsoft.com/office/drawing/2014/main" id="{29A1539D-E527-B93E-37C2-E2B010EC3A44}"/>
              </a:ext>
            </a:extLst>
          </p:cNvPr>
          <p:cNvSpPr/>
          <p:nvPr/>
        </p:nvSpPr>
        <p:spPr>
          <a:xfrm>
            <a:off x="31729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0" name="Text 31">
            <a:extLst>
              <a:ext uri="{FF2B5EF4-FFF2-40B4-BE49-F238E27FC236}">
                <a16:creationId xmlns:a16="http://schemas.microsoft.com/office/drawing/2014/main" id="{1FB188D0-CD79-478D-09BF-B3389718FFF7}"/>
              </a:ext>
            </a:extLst>
          </p:cNvPr>
          <p:cNvSpPr/>
          <p:nvPr/>
        </p:nvSpPr>
        <p:spPr>
          <a:xfrm>
            <a:off x="50017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1" name="Text 32">
            <a:extLst>
              <a:ext uri="{FF2B5EF4-FFF2-40B4-BE49-F238E27FC236}">
                <a16:creationId xmlns:a16="http://schemas.microsoft.com/office/drawing/2014/main" id="{C449B4ED-94B3-2374-D7FE-B7392CF18651}"/>
              </a:ext>
            </a:extLst>
          </p:cNvPr>
          <p:cNvSpPr/>
          <p:nvPr/>
        </p:nvSpPr>
        <p:spPr>
          <a:xfrm>
            <a:off x="6830568" y="350579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6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9E4BF195-CF5E-FE1E-A2F9-B9435F6BF97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E50FB278-3D3B-8A17-B5A0-944061343C43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61CB26D4-C03D-DD54-78AF-3A6E1B67F055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FDE0684-D2B6-B476-3E39-80866D94AAB7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1D5525E-7F84-CA49-4BEC-E7A9663D1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438378"/>
            <a:ext cx="3691689" cy="276055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087860F-7683-E16D-BC16-2321603E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468502"/>
            <a:ext cx="3691689" cy="2760551"/>
          </a:xfrm>
          <a:prstGeom prst="rect">
            <a:avLst/>
          </a:prstGeom>
        </p:spPr>
      </p:pic>
      <p:sp>
        <p:nvSpPr>
          <p:cNvPr id="31" name="Text 29">
            <a:extLst>
              <a:ext uri="{FF2B5EF4-FFF2-40B4-BE49-F238E27FC236}">
                <a16:creationId xmlns:a16="http://schemas.microsoft.com/office/drawing/2014/main" id="{03DA3258-386D-5B50-E482-364E9CC6354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6">
            <a:extLst>
              <a:ext uri="{FF2B5EF4-FFF2-40B4-BE49-F238E27FC236}">
                <a16:creationId xmlns:a16="http://schemas.microsoft.com/office/drawing/2014/main" id="{4A824BB0-C3ED-B679-7D94-71674826BEF5}"/>
              </a:ext>
            </a:extLst>
          </p:cNvPr>
          <p:cNvSpPr/>
          <p:nvPr/>
        </p:nvSpPr>
        <p:spPr>
          <a:xfrm>
            <a:off x="5120640" y="55057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7">
            <a:extLst>
              <a:ext uri="{FF2B5EF4-FFF2-40B4-BE49-F238E27FC236}">
                <a16:creationId xmlns:a16="http://schemas.microsoft.com/office/drawing/2014/main" id="{0E332654-3E48-27E2-9C11-CAF90F274704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38">
            <a:extLst>
              <a:ext uri="{FF2B5EF4-FFF2-40B4-BE49-F238E27FC236}">
                <a16:creationId xmlns:a16="http://schemas.microsoft.com/office/drawing/2014/main" id="{AE4BB9CE-BF4A-A8AE-D2E3-0589DA04F4BE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9">
            <a:extLst>
              <a:ext uri="{FF2B5EF4-FFF2-40B4-BE49-F238E27FC236}">
                <a16:creationId xmlns:a16="http://schemas.microsoft.com/office/drawing/2014/main" id="{EF294CFD-B625-2A2B-0161-6190ECCD1282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E1710-2462-343A-F09A-58BD801ED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DEEB5DB-A394-34AC-D46D-EFD3001F860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0E0335A-E387-E950-DFFC-04766D46D8B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A2B31C-B0BF-F01E-D0D3-470619257E9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1CCCFDE-E29B-674E-9CF2-1B8A3467BCF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1B8D459-2299-3511-676F-1B9A0659C54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013639-B318-6619-0FCF-52FE29ED3B1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A2B532D-7678-58D1-625E-C7C01362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158596"/>
            <a:ext cx="3691689" cy="2760551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839B88BC-5BDC-A222-2627-3EB81DCCB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188720"/>
            <a:ext cx="3691689" cy="2760551"/>
          </a:xfrm>
          <a:prstGeom prst="rect">
            <a:avLst/>
          </a:prstGeom>
        </p:spPr>
      </p:pic>
      <p:sp>
        <p:nvSpPr>
          <p:cNvPr id="26" name="Text 29">
            <a:extLst>
              <a:ext uri="{FF2B5EF4-FFF2-40B4-BE49-F238E27FC236}">
                <a16:creationId xmlns:a16="http://schemas.microsoft.com/office/drawing/2014/main" id="{17AB23E4-1EBE-2F3F-94D0-351C488528CE}"/>
              </a:ext>
            </a:extLst>
          </p:cNvPr>
          <p:cNvSpPr/>
          <p:nvPr/>
        </p:nvSpPr>
        <p:spPr>
          <a:xfrm>
            <a:off x="502920" y="432417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37">
            <a:extLst>
              <a:ext uri="{FF2B5EF4-FFF2-40B4-BE49-F238E27FC236}">
                <a16:creationId xmlns:a16="http://schemas.microsoft.com/office/drawing/2014/main" id="{4FD864DA-6D74-97E5-7AFC-BF45521CBD0C}"/>
              </a:ext>
            </a:extLst>
          </p:cNvPr>
          <p:cNvSpPr/>
          <p:nvPr/>
        </p:nvSpPr>
        <p:spPr>
          <a:xfrm>
            <a:off x="365760" y="4223591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38">
            <a:extLst>
              <a:ext uri="{FF2B5EF4-FFF2-40B4-BE49-F238E27FC236}">
                <a16:creationId xmlns:a16="http://schemas.microsoft.com/office/drawing/2014/main" id="{79716A33-2522-BD7B-6E5A-0B576D682756}"/>
              </a:ext>
            </a:extLst>
          </p:cNvPr>
          <p:cNvSpPr/>
          <p:nvPr/>
        </p:nvSpPr>
        <p:spPr>
          <a:xfrm>
            <a:off x="594360" y="430588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32" name="Text 39">
            <a:extLst>
              <a:ext uri="{FF2B5EF4-FFF2-40B4-BE49-F238E27FC236}">
                <a16:creationId xmlns:a16="http://schemas.microsoft.com/office/drawing/2014/main" id="{C41B3B6B-F823-2E81-4B41-F8DC6523FE6C}"/>
              </a:ext>
            </a:extLst>
          </p:cNvPr>
          <p:cNvSpPr/>
          <p:nvPr/>
        </p:nvSpPr>
        <p:spPr>
          <a:xfrm>
            <a:off x="594360" y="456191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86788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03D35B6-9B87-B343-FFD0-EB225DD4EA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57227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CC452CF-3D2B-0613-472F-96747BBFBE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57227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A46FC026-ED3D-9EB9-09A9-4DBC2C52F495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9D3598EA-88FC-FD83-F84E-EAB472560762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E1EBF4AB-54C0-C724-09FA-9814C5AF18FF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6C3B51CC-1D6D-D6C1-E37D-449888455F74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749C58EC-D88C-7925-A916-3506D39B99DF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9ABCC685-0D4A-E964-97E8-E601A08C9BA8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8742F202-FC00-3779-94C6-E4D03C0090B8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29">
            <a:extLst>
              <a:ext uri="{FF2B5EF4-FFF2-40B4-BE49-F238E27FC236}">
                <a16:creationId xmlns:a16="http://schemas.microsoft.com/office/drawing/2014/main" id="{634E8951-F4F9-51E7-B2ED-9959199B3532}"/>
              </a:ext>
            </a:extLst>
          </p:cNvPr>
          <p:cNvSpPr/>
          <p:nvPr/>
        </p:nvSpPr>
        <p:spPr>
          <a:xfrm>
            <a:off x="502920" y="5313841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4">
            <a:extLst>
              <a:ext uri="{FF2B5EF4-FFF2-40B4-BE49-F238E27FC236}">
                <a16:creationId xmlns:a16="http://schemas.microsoft.com/office/drawing/2014/main" id="{FAB4A7EA-EE0D-CFDF-79A7-2CACAAF064E2}"/>
              </a:ext>
            </a:extLst>
          </p:cNvPr>
          <p:cNvSpPr/>
          <p:nvPr/>
        </p:nvSpPr>
        <p:spPr>
          <a:xfrm>
            <a:off x="5120640" y="5213257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35">
            <a:extLst>
              <a:ext uri="{FF2B5EF4-FFF2-40B4-BE49-F238E27FC236}">
                <a16:creationId xmlns:a16="http://schemas.microsoft.com/office/drawing/2014/main" id="{D060E603-FAF0-2960-5510-52E6A85079CD}"/>
              </a:ext>
            </a:extLst>
          </p:cNvPr>
          <p:cNvSpPr/>
          <p:nvPr/>
        </p:nvSpPr>
        <p:spPr>
          <a:xfrm>
            <a:off x="5120640" y="5213257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6">
            <a:extLst>
              <a:ext uri="{FF2B5EF4-FFF2-40B4-BE49-F238E27FC236}">
                <a16:creationId xmlns:a16="http://schemas.microsoft.com/office/drawing/2014/main" id="{BF8ABFBC-5CCE-FB0A-0C90-FED7D09B70C3}"/>
              </a:ext>
            </a:extLst>
          </p:cNvPr>
          <p:cNvSpPr/>
          <p:nvPr/>
        </p:nvSpPr>
        <p:spPr>
          <a:xfrm>
            <a:off x="5120640" y="548757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37">
            <a:extLst>
              <a:ext uri="{FF2B5EF4-FFF2-40B4-BE49-F238E27FC236}">
                <a16:creationId xmlns:a16="http://schemas.microsoft.com/office/drawing/2014/main" id="{7083F45D-5B96-41C3-E790-F42AE9D9087E}"/>
              </a:ext>
            </a:extLst>
          </p:cNvPr>
          <p:cNvSpPr/>
          <p:nvPr/>
        </p:nvSpPr>
        <p:spPr>
          <a:xfrm>
            <a:off x="365760" y="5213257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2F601D11-D6A0-D953-A032-8187339CEAD5}"/>
              </a:ext>
            </a:extLst>
          </p:cNvPr>
          <p:cNvSpPr/>
          <p:nvPr/>
        </p:nvSpPr>
        <p:spPr>
          <a:xfrm>
            <a:off x="594360" y="529555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24" name="Text 39">
            <a:extLst>
              <a:ext uri="{FF2B5EF4-FFF2-40B4-BE49-F238E27FC236}">
                <a16:creationId xmlns:a16="http://schemas.microsoft.com/office/drawing/2014/main" id="{C017651D-376D-CA8F-4F3A-2CFE1699BED0}"/>
              </a:ext>
            </a:extLst>
          </p:cNvPr>
          <p:cNvSpPr/>
          <p:nvPr/>
        </p:nvSpPr>
        <p:spPr>
          <a:xfrm>
            <a:off x="594360" y="5551585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62ED-A702-8201-060B-FCD3B1F7D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90EB473-7AC1-A1D5-A90F-DF875577EB3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9B2FBD8-F0BE-92FB-E497-523A1041F1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590DA2-C876-5BEB-0FE2-DAD66A1C1C4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84339F-CCFB-E998-0C69-36835187340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E3764F2-5DCB-B204-D572-B439CE90CBCE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B81FF1-893E-AD47-BAFA-B18F1E04C90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812D7D6-C7DE-BA08-110E-007D2858B6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18872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7E5888-82D2-38B2-7378-F6BF9AD31A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18872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4C8EAED1-9790-8193-39FA-87EEDDF25C25}"/>
              </a:ext>
            </a:extLst>
          </p:cNvPr>
          <p:cNvSpPr/>
          <p:nvPr/>
        </p:nvSpPr>
        <p:spPr>
          <a:xfrm>
            <a:off x="502920" y="428188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51AF5A39-4E22-D9A1-31AA-2F9B970AF3EE}"/>
              </a:ext>
            </a:extLst>
          </p:cNvPr>
          <p:cNvSpPr/>
          <p:nvPr/>
        </p:nvSpPr>
        <p:spPr>
          <a:xfrm>
            <a:off x="5120640" y="418130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256170C8-B8D6-1D34-E8F2-105B159A4687}"/>
              </a:ext>
            </a:extLst>
          </p:cNvPr>
          <p:cNvSpPr/>
          <p:nvPr/>
        </p:nvSpPr>
        <p:spPr>
          <a:xfrm>
            <a:off x="5120640" y="418130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8ED2090C-67F9-D89F-21A0-B6EC469543BF}"/>
              </a:ext>
            </a:extLst>
          </p:cNvPr>
          <p:cNvSpPr/>
          <p:nvPr/>
        </p:nvSpPr>
        <p:spPr>
          <a:xfrm>
            <a:off x="5120640" y="445562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238751C3-83CB-C409-7650-3DAF5962CE4D}"/>
              </a:ext>
            </a:extLst>
          </p:cNvPr>
          <p:cNvSpPr/>
          <p:nvPr/>
        </p:nvSpPr>
        <p:spPr>
          <a:xfrm>
            <a:off x="365760" y="418130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D9FF7BBB-3886-130F-40B0-B28B2811868F}"/>
              </a:ext>
            </a:extLst>
          </p:cNvPr>
          <p:cNvSpPr/>
          <p:nvPr/>
        </p:nvSpPr>
        <p:spPr>
          <a:xfrm>
            <a:off x="594360" y="426359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41B1D4D4-32EA-E424-4B4E-D987C9F74D93}"/>
              </a:ext>
            </a:extLst>
          </p:cNvPr>
          <p:cNvSpPr/>
          <p:nvPr/>
        </p:nvSpPr>
        <p:spPr>
          <a:xfrm>
            <a:off x="594360" y="451963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14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A9EF2-19DC-A8C4-3710-2EACC3E9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53B3BF9-8FEE-6CE3-38AF-8C4B5E5A943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CDE1C14-0B49-C377-39C8-944078CF5EC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943172-667F-5F44-2733-2549B1EA304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B079D52-2854-3108-4F4A-CF6CA780CBB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020E1DE-31BF-AAEC-8616-0F9EF6BA28C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A9BD66-E1FB-E40B-07C3-6708EDAA92A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1C0B94D7-1D33-3A04-5F12-6DB408866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604821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711F21A-5B1E-462B-BBAA-A0EBD378B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604821"/>
            <a:ext cx="3600000" cy="2699619"/>
          </a:xfrm>
          <a:prstGeom prst="rect">
            <a:avLst/>
          </a:prstGeom>
        </p:spPr>
      </p:pic>
      <p:sp>
        <p:nvSpPr>
          <p:cNvPr id="30" name="Text 29">
            <a:extLst>
              <a:ext uri="{FF2B5EF4-FFF2-40B4-BE49-F238E27FC236}">
                <a16:creationId xmlns:a16="http://schemas.microsoft.com/office/drawing/2014/main" id="{68509C05-DB81-742D-0057-44A9A0242038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BD92C8CD-E7F7-2760-789E-6E46A9B50253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228158C2-2802-D42B-EF14-BB074F0A6082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4A1DF03B-7863-1D32-9559-FB2B22D13AD2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7B4039FD-919D-BC8C-DE9E-02238EBD359C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02264841-CCA2-B7AD-7805-9F8301C7FB05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D2091134-DF14-134C-EFBB-9DDDDBA07766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3CC9211E-D6AA-8ABE-DA12-0C25587BEF95}"/>
              </a:ext>
            </a:extLst>
          </p:cNvPr>
          <p:cNvSpPr/>
          <p:nvPr/>
        </p:nvSpPr>
        <p:spPr>
          <a:xfrm>
            <a:off x="502920" y="531917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0056BC6E-5273-B316-22B0-5C34D7E641D8}"/>
              </a:ext>
            </a:extLst>
          </p:cNvPr>
          <p:cNvSpPr/>
          <p:nvPr/>
        </p:nvSpPr>
        <p:spPr>
          <a:xfrm>
            <a:off x="5120640" y="521859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DB9B0C82-FA6D-2E83-AEB3-D449F86C3EE3}"/>
              </a:ext>
            </a:extLst>
          </p:cNvPr>
          <p:cNvSpPr/>
          <p:nvPr/>
        </p:nvSpPr>
        <p:spPr>
          <a:xfrm>
            <a:off x="5120640" y="5218594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CB2D5442-A0A9-8A83-1F1D-7A8BC22B3974}"/>
              </a:ext>
            </a:extLst>
          </p:cNvPr>
          <p:cNvSpPr/>
          <p:nvPr/>
        </p:nvSpPr>
        <p:spPr>
          <a:xfrm>
            <a:off x="5120640" y="549291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DB80A31-C9BD-77E6-D969-6D4734A89A42}"/>
              </a:ext>
            </a:extLst>
          </p:cNvPr>
          <p:cNvSpPr/>
          <p:nvPr/>
        </p:nvSpPr>
        <p:spPr>
          <a:xfrm>
            <a:off x="365760" y="5218594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57D0D11F-CFF0-001D-917C-1960F4869D80}"/>
              </a:ext>
            </a:extLst>
          </p:cNvPr>
          <p:cNvSpPr/>
          <p:nvPr/>
        </p:nvSpPr>
        <p:spPr>
          <a:xfrm>
            <a:off x="594360" y="530089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1BD18D12-C632-ED36-91E0-07E0FA9A7D6D}"/>
              </a:ext>
            </a:extLst>
          </p:cNvPr>
          <p:cNvSpPr/>
          <p:nvPr/>
        </p:nvSpPr>
        <p:spPr>
          <a:xfrm>
            <a:off x="594360" y="555692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70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8DE76-CC67-5756-32D0-45B107DD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16DEF68-3012-B2F9-20A8-5F9CB962C0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1A706AE-8C92-5A92-7AC7-1AF44E6F664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E5E30-FDA8-B223-3086-8A7CAF90339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9FEBD3A-4630-6FEB-EEF7-AF9C1D83997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4073371-E95A-482D-1B24-ECD46A3B6FC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C98401C-5208-55B8-3737-D3CAAC3A37C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3E0765A0-1549-CBF1-33A6-53080B69D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62480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CF6A570-C513-7856-7ADE-A686E506C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262480"/>
            <a:ext cx="3600000" cy="2699619"/>
          </a:xfrm>
          <a:prstGeom prst="rect">
            <a:avLst/>
          </a:prstGeom>
        </p:spPr>
      </p:pic>
      <p:sp>
        <p:nvSpPr>
          <p:cNvPr id="2" name="Text 29">
            <a:extLst>
              <a:ext uri="{FF2B5EF4-FFF2-40B4-BE49-F238E27FC236}">
                <a16:creationId xmlns:a16="http://schemas.microsoft.com/office/drawing/2014/main" id="{888F4A49-3D86-1779-481F-401602CECB43}"/>
              </a:ext>
            </a:extLst>
          </p:cNvPr>
          <p:cNvSpPr/>
          <p:nvPr/>
        </p:nvSpPr>
        <p:spPr>
          <a:xfrm>
            <a:off x="502920" y="433522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4">
            <a:extLst>
              <a:ext uri="{FF2B5EF4-FFF2-40B4-BE49-F238E27FC236}">
                <a16:creationId xmlns:a16="http://schemas.microsoft.com/office/drawing/2014/main" id="{1A822AD0-D0C2-B7C4-1AD5-B62DFD62C764}"/>
              </a:ext>
            </a:extLst>
          </p:cNvPr>
          <p:cNvSpPr/>
          <p:nvPr/>
        </p:nvSpPr>
        <p:spPr>
          <a:xfrm>
            <a:off x="5120640" y="423464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35">
            <a:extLst>
              <a:ext uri="{FF2B5EF4-FFF2-40B4-BE49-F238E27FC236}">
                <a16:creationId xmlns:a16="http://schemas.microsoft.com/office/drawing/2014/main" id="{F914B49A-9947-95CE-D70C-30D3DF061F7B}"/>
              </a:ext>
            </a:extLst>
          </p:cNvPr>
          <p:cNvSpPr/>
          <p:nvPr/>
        </p:nvSpPr>
        <p:spPr>
          <a:xfrm>
            <a:off x="5120640" y="423464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36">
            <a:extLst>
              <a:ext uri="{FF2B5EF4-FFF2-40B4-BE49-F238E27FC236}">
                <a16:creationId xmlns:a16="http://schemas.microsoft.com/office/drawing/2014/main" id="{3AB0F66A-DE93-C794-CBC0-8E7C4E2A35EB}"/>
              </a:ext>
            </a:extLst>
          </p:cNvPr>
          <p:cNvSpPr/>
          <p:nvPr/>
        </p:nvSpPr>
        <p:spPr>
          <a:xfrm>
            <a:off x="5120640" y="450896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055646FF-AB9B-6CB2-C417-C459E1EFFF33}"/>
              </a:ext>
            </a:extLst>
          </p:cNvPr>
          <p:cNvSpPr/>
          <p:nvPr/>
        </p:nvSpPr>
        <p:spPr>
          <a:xfrm>
            <a:off x="365760" y="423464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1E54B62C-E769-4367-D1BC-07AC3C73C017}"/>
              </a:ext>
            </a:extLst>
          </p:cNvPr>
          <p:cNvSpPr/>
          <p:nvPr/>
        </p:nvSpPr>
        <p:spPr>
          <a:xfrm>
            <a:off x="594360" y="431693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D2CEE3A5-3634-8823-5EA9-4E48A64AAE08}"/>
              </a:ext>
            </a:extLst>
          </p:cNvPr>
          <p:cNvSpPr/>
          <p:nvPr/>
        </p:nvSpPr>
        <p:spPr>
          <a:xfrm>
            <a:off x="594360" y="457297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319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5F44E-DF03-80A0-6E26-E9EBD64D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887C767-F20D-939C-375D-265DCFDAF5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F7BFBF3-55C5-1A9A-5C68-E1A6A445057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AE8E40-1F45-A0AB-5F2E-02FB6514098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Key Takeaways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172D9DA-BD1B-BC47-F1BD-8BEB3456602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949A70C-8EA8-01A0-9C0D-87CFEAAC91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6178143-3411-AA02-27AC-861FF5BCF2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7" name="!!1">
            <a:extLst>
              <a:ext uri="{FF2B5EF4-FFF2-40B4-BE49-F238E27FC236}">
                <a16:creationId xmlns:a16="http://schemas.microsoft.com/office/drawing/2014/main" id="{35997F2E-524C-C043-BF2A-D809313B2B4D}"/>
              </a:ext>
            </a:extLst>
          </p:cNvPr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E7ABE5-EBB4-3EE3-4E79-AC2A05016E32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A66EAD5-DED9-5906-45AF-945DB897FC95}"/>
              </a:ext>
            </a:extLst>
          </p:cNvPr>
          <p:cNvSpPr/>
          <p:nvPr/>
        </p:nvSpPr>
        <p:spPr>
          <a:xfrm>
            <a:off x="49377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funktioniert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5DB6BC1D-5A4A-BA49-4F05-2DBAF809CDCD}"/>
              </a:ext>
            </a:extLst>
          </p:cNvPr>
          <p:cNvSpPr/>
          <p:nvPr/>
        </p:nvSpPr>
        <p:spPr>
          <a:xfrm>
            <a:off x="49377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Erfolgreich für Blackjack demonstriert und validiert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CEFED9D-FDB9-1DE6-F2A2-8FCE9C8A7013}"/>
              </a:ext>
            </a:extLst>
          </p:cNvPr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B0E7CD8-9B27-2E43-8CB8-0860CE7B8C33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🃏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60FC39-3C17-4742-AC82-DD0B2B24916D}"/>
              </a:ext>
            </a:extLst>
          </p:cNvPr>
          <p:cNvSpPr/>
          <p:nvPr/>
        </p:nvSpPr>
        <p:spPr>
          <a:xfrm>
            <a:off x="332841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Card Counting wirkt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7663A199-E5B2-4BEE-ECE7-07D867AEEB97}"/>
              </a:ext>
            </a:extLst>
          </p:cNvPr>
          <p:cNvSpPr/>
          <p:nvPr/>
        </p:nvSpPr>
        <p:spPr>
          <a:xfrm>
            <a:off x="332841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True-Count-Bucket Analyse zeigt klare, messbare Unterschiede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!!2">
            <a:extLst>
              <a:ext uri="{FF2B5EF4-FFF2-40B4-BE49-F238E27FC236}">
                <a16:creationId xmlns:a16="http://schemas.microsoft.com/office/drawing/2014/main" id="{3EF4C854-6BEF-A532-B462-705EF3DD601B}"/>
              </a:ext>
            </a:extLst>
          </p:cNvPr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26EEF07F-A7EC-E194-A94C-72C72DB7873A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📈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405DE285-B57E-4AA1-B633-0D3AB7AAD493}"/>
              </a:ext>
            </a:extLst>
          </p:cNvPr>
          <p:cNvSpPr/>
          <p:nvPr/>
        </p:nvSpPr>
        <p:spPr>
          <a:xfrm>
            <a:off x="616305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Seed-Stabilität steigt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6F24C4BE-22A1-49C7-3FDA-C432BB449D71}"/>
              </a:ext>
            </a:extLst>
          </p:cNvPr>
          <p:cNvSpPr/>
          <p:nvPr/>
        </p:nvSpPr>
        <p:spPr>
          <a:xfrm>
            <a:off x="616305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Mehr Features → robusteres, konsistenteres Lernen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A5ADA5F5-F703-CE33-B328-B6E28969FCE0}"/>
              </a:ext>
            </a:extLst>
          </p:cNvPr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Metriken im Überblick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3">
            <a:extLst>
              <a:ext uri="{FF2B5EF4-FFF2-40B4-BE49-F238E27FC236}">
                <a16:creationId xmlns:a16="http://schemas.microsoft.com/office/drawing/2014/main" id="{5979733E-2DBF-1358-0717-47471636F093}"/>
              </a:ext>
            </a:extLst>
          </p:cNvPr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2F19FEAD-4A4E-2EEA-AAD8-A4905584BE1E}"/>
              </a:ext>
            </a:extLst>
          </p:cNvPr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804A07B-855D-4E76-F5DE-B27849DE403A}"/>
              </a:ext>
            </a:extLst>
          </p:cNvPr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−0.051565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2852180-B816-BB08-AAD5-AF581FFCCB73}"/>
              </a:ext>
            </a:extLst>
          </p:cNvPr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8AAB34C5-2B71-8291-0A45-826180CC9591}"/>
              </a:ext>
            </a:extLst>
          </p:cNvPr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2">
            <a:extLst>
              <a:ext uri="{FF2B5EF4-FFF2-40B4-BE49-F238E27FC236}">
                <a16:creationId xmlns:a16="http://schemas.microsoft.com/office/drawing/2014/main" id="{AE324D32-354D-4C41-C54F-0DADCDAAB99A}"/>
              </a:ext>
            </a:extLst>
          </p:cNvPr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F400F5B5-3FF0-1F29-3694-4ECB951EB893}"/>
              </a:ext>
            </a:extLst>
          </p:cNvPr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−0.049736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FEFA764-A5B0-F539-B0F9-9FF49CA2F3FE}"/>
              </a:ext>
            </a:extLst>
          </p:cNvPr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108k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4">
            <a:extLst>
              <a:ext uri="{FF2B5EF4-FFF2-40B4-BE49-F238E27FC236}">
                <a16:creationId xmlns:a16="http://schemas.microsoft.com/office/drawing/2014/main" id="{590028FD-C7DF-3D99-439D-ED4E5BAAB0CE}"/>
              </a:ext>
            </a:extLst>
          </p:cNvPr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74527B6E-DC95-9BE2-5581-0193102FC951}"/>
              </a:ext>
            </a:extLst>
          </p:cNvPr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27">
            <a:extLst>
              <a:ext uri="{FF2B5EF4-FFF2-40B4-BE49-F238E27FC236}">
                <a16:creationId xmlns:a16="http://schemas.microsoft.com/office/drawing/2014/main" id="{B95B2B21-CFFD-10D2-ECF5-138DE52B19E0}"/>
              </a:ext>
            </a:extLst>
          </p:cNvPr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 besser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8">
            <a:extLst>
              <a:ext uri="{FF2B5EF4-FFF2-40B4-BE49-F238E27FC236}">
                <a16:creationId xmlns:a16="http://schemas.microsoft.com/office/drawing/2014/main" id="{F411EB08-7370-5E1B-B8B8-67B21FF02C9A}"/>
              </a:ext>
            </a:extLst>
          </p:cNvPr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 95%-CI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29">
            <a:extLst>
              <a:ext uri="{FF2B5EF4-FFF2-40B4-BE49-F238E27FC236}">
                <a16:creationId xmlns:a16="http://schemas.microsoft.com/office/drawing/2014/main" id="{5C3035D7-1492-FE38-2AC4-E6656C6D0C4C}"/>
              </a:ext>
            </a:extLst>
          </p:cNvPr>
          <p:cNvSpPr/>
          <p:nvPr/>
        </p:nvSpPr>
        <p:spPr>
          <a:xfrm>
            <a:off x="502920" y="532963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4">
            <a:extLst>
              <a:ext uri="{FF2B5EF4-FFF2-40B4-BE49-F238E27FC236}">
                <a16:creationId xmlns:a16="http://schemas.microsoft.com/office/drawing/2014/main" id="{C173B177-346E-53CC-1EEA-4A210F9168AF}"/>
              </a:ext>
            </a:extLst>
          </p:cNvPr>
          <p:cNvSpPr/>
          <p:nvPr/>
        </p:nvSpPr>
        <p:spPr>
          <a:xfrm>
            <a:off x="5120640" y="522905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35">
            <a:extLst>
              <a:ext uri="{FF2B5EF4-FFF2-40B4-BE49-F238E27FC236}">
                <a16:creationId xmlns:a16="http://schemas.microsoft.com/office/drawing/2014/main" id="{B0DF7E52-B14A-2332-BF3C-6FC6FA37CCC8}"/>
              </a:ext>
            </a:extLst>
          </p:cNvPr>
          <p:cNvSpPr/>
          <p:nvPr/>
        </p:nvSpPr>
        <p:spPr>
          <a:xfrm>
            <a:off x="5120640" y="522905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6">
            <a:extLst>
              <a:ext uri="{FF2B5EF4-FFF2-40B4-BE49-F238E27FC236}">
                <a16:creationId xmlns:a16="http://schemas.microsoft.com/office/drawing/2014/main" id="{FC4A68D1-27EC-E1B7-000C-5DDD0EE945F7}"/>
              </a:ext>
            </a:extLst>
          </p:cNvPr>
          <p:cNvSpPr/>
          <p:nvPr/>
        </p:nvSpPr>
        <p:spPr>
          <a:xfrm>
            <a:off x="5120640" y="550337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37">
            <a:extLst>
              <a:ext uri="{FF2B5EF4-FFF2-40B4-BE49-F238E27FC236}">
                <a16:creationId xmlns:a16="http://schemas.microsoft.com/office/drawing/2014/main" id="{066D7E75-BCB9-C917-7244-2940790F41EE}"/>
              </a:ext>
            </a:extLst>
          </p:cNvPr>
          <p:cNvSpPr/>
          <p:nvPr/>
        </p:nvSpPr>
        <p:spPr>
          <a:xfrm>
            <a:off x="365760" y="522905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38">
            <a:extLst>
              <a:ext uri="{FF2B5EF4-FFF2-40B4-BE49-F238E27FC236}">
                <a16:creationId xmlns:a16="http://schemas.microsoft.com/office/drawing/2014/main" id="{2E29C1E4-8881-17DD-3BAE-3823B6B48212}"/>
              </a:ext>
            </a:extLst>
          </p:cNvPr>
          <p:cNvSpPr/>
          <p:nvPr/>
        </p:nvSpPr>
        <p:spPr>
          <a:xfrm>
            <a:off x="594360" y="531134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39">
            <a:extLst>
              <a:ext uri="{FF2B5EF4-FFF2-40B4-BE49-F238E27FC236}">
                <a16:creationId xmlns:a16="http://schemas.microsoft.com/office/drawing/2014/main" id="{6B8E81BB-11E4-8440-0F66-081346A60B00}"/>
              </a:ext>
            </a:extLst>
          </p:cNvPr>
          <p:cNvSpPr/>
          <p:nvPr/>
        </p:nvSpPr>
        <p:spPr>
          <a:xfrm>
            <a:off x="594360" y="556738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676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6E7CD6C8-E54E-3243-0A4E-B233AA133211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797C7A3-419B-E314-D6FA-F4E6252FF7C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9E83E1B-4469-6E49-3996-CE612F75F983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B2213EB9-7119-D30F-86B0-10DFBB0BE625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A57782-FD02-6CA2-BC73-FA468A4E78FB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E0027F7-5887-AE29-535B-25FB172FF4AB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F7D3E18-85D3-35B7-9704-0067BD8C84ED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196F1B5-1D7B-8330-63EB-A458721B75F9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0414D6C-59FC-5B0A-CC35-57D0AC82715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540618BC-AEC9-C53B-DD67-95E3A52E1A3F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AD8795-DFB4-1888-1318-1B9613709C3E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011D393-C86A-2C08-27CE-41F1EA68B88D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275C4748-8AD3-7467-A016-7ABB5D5291FB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E577EDA3-E609-752F-531C-F90620A59528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ADA770-92CA-A150-1E71-81FA82817B01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B8F38202-DE34-A94E-BA9F-D359189E6377}"/>
              </a:ext>
            </a:extLst>
          </p:cNvPr>
          <p:cNvSpPr/>
          <p:nvPr/>
        </p:nvSpPr>
        <p:spPr>
          <a:xfrm>
            <a:off x="365760" y="529590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644E6CE6-5965-5E34-0CB5-CD70B849FF92}"/>
              </a:ext>
            </a:extLst>
          </p:cNvPr>
          <p:cNvSpPr/>
          <p:nvPr/>
        </p:nvSpPr>
        <p:spPr>
          <a:xfrm>
            <a:off x="594360" y="529590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9A27-8598-64C5-5734-3157D81BC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C286311-65C9-5B9D-5151-80B94BDCC50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8E5677B-6A44-E8D0-6484-9F9CAACFD95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0B62C-DAC9-F9F3-30C1-75BB97FE2F6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E6009FA-2957-DA4E-BD83-C20CFAA031D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607798E-8193-561A-163B-AD967A7B8F8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98CE656-6C55-B541-D290-321CCE16DD7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B87C3EF6-C331-55AD-1443-3FCE9DABFC25}"/>
              </a:ext>
            </a:extLst>
          </p:cNvPr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CB1E8B4-FC07-8E36-ABFE-F6A6C602F61B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4CAE91A-C240-2A88-72E0-A9E7B2C9A157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FC3B36A-6C2C-3D03-C816-4829BC7EE0A9}"/>
              </a:ext>
            </a:extLst>
          </p:cNvPr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40DF6846-AA13-FAF9-892B-8C369B2C07E7}"/>
              </a:ext>
            </a:extLst>
          </p:cNvPr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2E15F851-0C6D-029E-FDC8-BC2C107FB5F1}"/>
              </a:ext>
            </a:extLst>
          </p:cNvPr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CCDB67CB-5470-5B10-7F60-0A9198F45D96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38C36D3-4F67-8EA3-5ED9-DF5E4A1F3CC9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0431AF1-5D09-68BD-78DF-5D0B86DD4A0F}"/>
              </a:ext>
            </a:extLst>
          </p:cNvPr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364380B4-3E77-710B-F3A3-CCA9A618B485}"/>
              </a:ext>
            </a:extLst>
          </p:cNvPr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DFC20F41-B7FA-EF58-AC88-5B91FEF88BB7}"/>
              </a:ext>
            </a:extLst>
          </p:cNvPr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5551612E-B891-2195-841B-E8966B24C7F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C8FE5E73-8F17-77D6-236A-859B8CC9489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8E284F2-29BE-C235-792A-89E3BB234C03}"/>
              </a:ext>
            </a:extLst>
          </p:cNvPr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4154316-9ECF-6C65-BEB6-DDABDFD37D35}"/>
              </a:ext>
            </a:extLst>
          </p:cNvPr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29CA557A-3007-E282-E0D4-53D4A4472D4F}"/>
              </a:ext>
            </a:extLst>
          </p:cNvPr>
          <p:cNvSpPr/>
          <p:nvPr/>
        </p:nvSpPr>
        <p:spPr>
          <a:xfrm>
            <a:off x="365760" y="440055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05ED81EA-B219-C210-1C29-286D0EB87B30}"/>
              </a:ext>
            </a:extLst>
          </p:cNvPr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8BB3DF97-32AD-4D0C-77E2-C5FC5583A2BA}"/>
              </a:ext>
            </a:extLst>
          </p:cNvPr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250C93E-A531-7C1E-09F9-F272DE940D72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DDD3AB5-A40F-92AC-24B8-AD932303747D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01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CBEC99-0A2A-83E9-B735-3F4D1380ADED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2EEEA80D-A3A9-6C79-D23C-EC5B81CDB653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HOCH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D2A14BC8-6F0C-423A-1AF1-B68D1B45CF1A}"/>
              </a:ext>
            </a:extLst>
          </p:cNvPr>
          <p:cNvSpPr/>
          <p:nvPr/>
        </p:nvSpPr>
        <p:spPr>
          <a:xfrm>
            <a:off x="124358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500M Episodes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C36DDD4-18D6-C88E-6406-E3BAC21A7572}"/>
              </a:ext>
            </a:extLst>
          </p:cNvPr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 vollständig konvergieren lassen – genügend Trainingszeit für stabilen Vergleich mit Baseline.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2">
            <a:extLst>
              <a:ext uri="{FF2B5EF4-FFF2-40B4-BE49-F238E27FC236}">
                <a16:creationId xmlns:a16="http://schemas.microsoft.com/office/drawing/2014/main" id="{683C5E44-30DF-170A-45B6-B020A0BBD793}"/>
              </a:ext>
            </a:extLst>
          </p:cNvPr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E15F0E1C-78A2-2D88-5327-E35067EBB143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E74BB42F-FCAC-BCFA-A80D-D7A00CF337C9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02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31A43D8-F11A-9E83-1368-90B9FF75F6B7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EE869791-4586-C3EC-9FDF-CF51E46DDA9B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8DC9EA8-9024-DF2E-3880-845F5A1AF32B}"/>
              </a:ext>
            </a:extLst>
          </p:cNvPr>
          <p:cNvSpPr/>
          <p:nvPr/>
        </p:nvSpPr>
        <p:spPr>
          <a:xfrm>
            <a:off x="554126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Ablation Study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0449DA25-7736-6593-733B-ECB7665698AC}"/>
              </a:ext>
            </a:extLst>
          </p:cNvPr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Welcher Feature trägt am meisten zur Performance-Verbesserung bei? Systematische Analyse.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3">
            <a:extLst>
              <a:ext uri="{FF2B5EF4-FFF2-40B4-BE49-F238E27FC236}">
                <a16:creationId xmlns:a16="http://schemas.microsoft.com/office/drawing/2014/main" id="{4D9EB034-D79E-68DD-B9F3-638D8C7D6C14}"/>
              </a:ext>
            </a:extLst>
          </p:cNvPr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1CE52F32-656C-B9A3-0AA0-49E9B03E857A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F885A61-0582-BFCC-A862-51C73F97EC0F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D22D1050-8FD6-6ED4-4CB1-EE0D8841B5D0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4B8A6">
              <a:alpha val="2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716BDFA-11F6-91A9-2EDE-3909EE067B9A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C9ECC20C-AD9A-43D4-5B23-60A9C008C42F}"/>
              </a:ext>
            </a:extLst>
          </p:cNvPr>
          <p:cNvSpPr/>
          <p:nvPr/>
        </p:nvSpPr>
        <p:spPr>
          <a:xfrm>
            <a:off x="124358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Transfer Learning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41606240-E890-8485-B063-39B4ABB40B84}"/>
              </a:ext>
            </a:extLst>
          </p:cNvPr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Baseline-Weights als Initialisierung für Counting Agent – potenzielle Beschleunigung der Konvergenz.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!!4">
            <a:extLst>
              <a:ext uri="{FF2B5EF4-FFF2-40B4-BE49-F238E27FC236}">
                <a16:creationId xmlns:a16="http://schemas.microsoft.com/office/drawing/2014/main" id="{4D249EFA-3910-172F-088A-2B44B52C7BA4}"/>
              </a:ext>
            </a:extLst>
          </p:cNvPr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0484B77-7BE2-B39D-27DC-F5DFB844D027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2C5D2983-A6EE-572A-18D6-47BBA072514A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04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FA2B82CF-9A12-AA64-5336-CA1F3F506BF0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70777769-224B-0058-2766-46E8F4A16A4C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VISION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49B2FAEB-01AE-6FDE-F8D7-DD4F6987E909}"/>
              </a:ext>
            </a:extLst>
          </p:cNvPr>
          <p:cNvSpPr/>
          <p:nvPr/>
        </p:nvSpPr>
        <p:spPr>
          <a:xfrm>
            <a:off x="554126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Advanced Algorithms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636903BD-0396-AE63-72BF-A3851B8E7715}"/>
              </a:ext>
            </a:extLst>
          </p:cNvPr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DQN und PPO für komplexere Policies – Funktionsapproximation statt Q-Table bei großen State Spaces.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2757</Words>
  <Application>Microsoft Office PowerPoint</Application>
  <PresentationFormat>Bildschirmpräsentation (16:9)</PresentationFormat>
  <Paragraphs>674</Paragraphs>
  <Slides>38</Slides>
  <Notes>20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39" baseType="lpstr"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120</cp:revision>
  <dcterms:created xsi:type="dcterms:W3CDTF">2026-06-10T08:25:46Z</dcterms:created>
  <dcterms:modified xsi:type="dcterms:W3CDTF">2026-06-14T14:24:21Z</dcterms:modified>
</cp:coreProperties>
</file>